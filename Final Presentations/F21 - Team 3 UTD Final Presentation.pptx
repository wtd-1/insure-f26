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Proxima Nova" panose="020B0604020202020204" charset="0"/>
      <p:regular r:id="rId16"/>
      <p:bold r:id="rId17"/>
      <p:italic r:id="rId18"/>
      <p:boldItalic r:id="rId19"/>
    </p:embeddedFont>
    <p:embeddedFont>
      <p:font typeface="Proxima Nova Semibold" panose="020B0604020202020204" charset="0"/>
      <p:regular r:id="rId2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31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f7cc5d236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f7cc5d236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Marlon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fa00bc662f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fa00bc662f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Marlon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f7cc5d236d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f7cc5d236d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Marlon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05899ce74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105899ce74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Benjamin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5899ce741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5899ce741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Benjamin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a00bc662f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a00bc662f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Gandhar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fa00bc662f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fa00bc662f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Gandhar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5899ce741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5899ce741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Gandhar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5899ce741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05899ce741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Nikhil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5899ce74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05899ce74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Nikhil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99919a1d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99919a1d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Nikhil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99919a1d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99919a1d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Rahul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610625" y="1337725"/>
            <a:ext cx="36450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1061825" y="3961400"/>
            <a:ext cx="3193800" cy="7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2085300" y="3868895"/>
            <a:ext cx="2086800" cy="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5" name="Google Shape;15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ctrTitle"/>
          </p:nvPr>
        </p:nvSpPr>
        <p:spPr>
          <a:xfrm>
            <a:off x="610625" y="1337725"/>
            <a:ext cx="36450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How to Build Trust Into 5G:</a:t>
            </a:r>
            <a:endParaRPr sz="36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Final Presentation</a:t>
            </a:r>
            <a:endParaRPr sz="3600" dirty="0"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1061825" y="3961400"/>
            <a:ext cx="3193800" cy="7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Rahul Muthyam, Benjamin Stark, Gandhar Joshi, Marlon Schumacher, Nikhil Joshi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251975" y="1116150"/>
            <a:ext cx="7366200" cy="3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5G is moving to a decentralized, autonomous network architecture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Decentralization involves sharing parts of 5G’s infrastructure with third parties</a:t>
            </a:r>
            <a:endParaRPr sz="1800">
              <a:solidFill>
                <a:schemeClr val="lt1"/>
              </a:solidFill>
            </a:endParaRPr>
          </a:p>
          <a:p>
            <a:pPr marL="9144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Need a security system to verify the trust of the third parties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Remote attestation may be the solution</a:t>
            </a:r>
            <a:endParaRPr sz="1800">
              <a:solidFill>
                <a:schemeClr val="lt1"/>
              </a:solidFill>
            </a:endParaRPr>
          </a:p>
          <a:p>
            <a:pPr marL="9144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Protocol asks device to send info to verifying agent</a:t>
            </a:r>
            <a:endParaRPr sz="1800">
              <a:solidFill>
                <a:schemeClr val="lt1"/>
              </a:solidFill>
            </a:endParaRPr>
          </a:p>
          <a:p>
            <a:pPr marL="91440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Agent verifies device’s integrity based on info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Goals</a:t>
            </a:r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Figure out how to implement mutual remote attestation into 5G network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Figure out how to implement attestation in roaming/handover use case</a:t>
            </a: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Team Approach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1297500" y="1206225"/>
            <a:ext cx="71763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 are using Docker + Open5GS + UERANSIM testbed</a:t>
            </a:r>
            <a:endParaRPr sz="1800">
              <a:solidFill>
                <a:schemeClr val="lt1"/>
              </a:solidFill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Simulates the 5G network</a:t>
            </a:r>
            <a:endParaRPr sz="1800">
              <a:solidFill>
                <a:schemeClr val="lt1"/>
              </a:solidFill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Used to implement workflows and protocols into 5G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We are using Wireshark to collect network information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Final product will be implementation of existing attestation protocol workflow in handover/roaming scenario</a:t>
            </a:r>
            <a:endParaRPr sz="1800">
              <a:solidFill>
                <a:schemeClr val="lt1"/>
              </a:solidFill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Should work smoothly and securely in decentralized 5G network</a:t>
            </a:r>
            <a:endParaRPr sz="1800">
              <a:solidFill>
                <a:schemeClr val="lt1"/>
              </a:solidFill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Should guarantee accurate verification of trust</a:t>
            </a:r>
            <a:endParaRPr sz="1800">
              <a:solidFill>
                <a:schemeClr val="lt1"/>
              </a:solidFill>
            </a:endParaRPr>
          </a:p>
          <a:p>
            <a:pPr marL="45720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In Goals</a:t>
            </a: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Completing attestation protocol design and implementation in testbed was estimated to take longer than expected</a:t>
            </a:r>
            <a:endParaRPr sz="180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Our team had little experience with 5G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Our initial protocol was redesigned due to new findings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Shifted focus to just describing a full protocol for attestation in N2 handover using diagrams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Team Approach</a:t>
            </a: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Research N2 handover scenario and determine how to design a protocol for implementing mutual attestation to the scenario</a:t>
            </a:r>
            <a:endParaRPr sz="1800"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Create diagrams and descriptions detailing our protocol’s design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N2 Handover Procedure</a:t>
            </a:r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1"/>
          <p:cNvPicPr preferRelativeResize="0"/>
          <p:nvPr/>
        </p:nvPicPr>
        <p:blipFill rotWithShape="1">
          <a:blip r:embed="rId3">
            <a:alphaModFix/>
          </a:blip>
          <a:srcRect r="25799" b="36224"/>
          <a:stretch/>
        </p:blipFill>
        <p:spPr>
          <a:xfrm>
            <a:off x="1297500" y="1268062"/>
            <a:ext cx="7281175" cy="35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N2 Handover with Remote Attestation Workflow</a:t>
            </a:r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12"/>
          <p:cNvPicPr preferRelativeResize="0"/>
          <p:nvPr/>
        </p:nvPicPr>
        <p:blipFill rotWithShape="1">
          <a:blip r:embed="rId3">
            <a:alphaModFix/>
          </a:blip>
          <a:srcRect r="21476" b="53100"/>
          <a:stretch/>
        </p:blipFill>
        <p:spPr>
          <a:xfrm>
            <a:off x="1219475" y="1204750"/>
            <a:ext cx="6798326" cy="35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N2 Handover with Remote Attestation Workflow (Cont.)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474" y="1375275"/>
            <a:ext cx="6059475" cy="35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SEDA Protocol</a:t>
            </a:r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3">
            <a:alphaModFix/>
          </a:blip>
          <a:srcRect t="1941"/>
          <a:stretch/>
        </p:blipFill>
        <p:spPr>
          <a:xfrm>
            <a:off x="1693888" y="1001174"/>
            <a:ext cx="6246125" cy="404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We researched potential attestation protocols to use in 5G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We set up a test bed to simulate a 5G network and test implementations of the protocols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We realized designing and implementing attestation required a lot more time</a:t>
            </a:r>
            <a:endParaRPr sz="180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So we focused on completing the design of the attestation in one use case: N2 Handover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Plans</a:t>
            </a:r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Map functionalities from handover diagrams to testbed implementation 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Implement handover scenario into testbed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Implement attestation protocols into handover use case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Migrate the testbed from Docker to Kubernetes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Report on our research findings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1153350" y="24712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On-screen Show (16:9)</PresentationFormat>
  <Paragraphs>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Proxima Nova Semibold</vt:lpstr>
      <vt:lpstr>Proxima Nova</vt:lpstr>
      <vt:lpstr>Arial</vt:lpstr>
      <vt:lpstr>Slidesgo Final Pages</vt:lpstr>
      <vt:lpstr>How to Build Trust Into 5G: Final Presentation</vt:lpstr>
      <vt:lpstr>Introduction</vt:lpstr>
      <vt:lpstr>Initial Goals</vt:lpstr>
      <vt:lpstr>Initial Team Approach</vt:lpstr>
      <vt:lpstr>Changes In Goals</vt:lpstr>
      <vt:lpstr>New Team Approach</vt:lpstr>
      <vt:lpstr>N2 Handover Procedure</vt:lpstr>
      <vt:lpstr>N2 Handover with Remote Attestation Workflow</vt:lpstr>
      <vt:lpstr>N2 Handover with Remote Attestation Workflow (Cont.)</vt:lpstr>
      <vt:lpstr>The SEDA Protocol</vt:lpstr>
      <vt:lpstr>Conclusions</vt:lpstr>
      <vt:lpstr>Future Plans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Build Trust Into 5G: Final Presentation</dc:title>
  <dc:creator>Marlon</dc:creator>
  <cp:lastModifiedBy>Schumacher, Marlon William</cp:lastModifiedBy>
  <cp:revision>1</cp:revision>
  <dcterms:modified xsi:type="dcterms:W3CDTF">2021-12-10T02:56:32Z</dcterms:modified>
</cp:coreProperties>
</file>