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9320c586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9320c586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9320c586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9320c586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Example: Majority of bluetooth communication is done in plaintext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084c6b1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d084c6b1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Example: Majority of bluetooth communication is done in plaintext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9320c586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9320c586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a6e94ce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a6e94ce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Ubertooth one needs a bluetooth </a:t>
            </a:r>
            <a:r>
              <a:rPr lang="en"/>
              <a:t>receiver</a:t>
            </a:r>
            <a:r>
              <a:rPr lang="en"/>
              <a:t> to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Ubertooth can capture on a 2.4 GHz antenna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cost of all components around $150, a small cost for malicious users!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a6e94ce2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a6e94ce2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an example of bluetooth traffic we were able to capture. On the left we have data packets and on the right we have advertising packets.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a6e94ce23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a6e94ce23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our approaches is to identify packets that can help us establish a pattern-of-life for a particular bluetooth device. Put another way, extract features from certain packets that will allow us to </a:t>
            </a:r>
            <a:r>
              <a:rPr lang="en"/>
              <a:t>uniquely</a:t>
            </a:r>
            <a:r>
              <a:rPr lang="en"/>
              <a:t> identify a device.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of the packets we saw were advertising packets. There were 4 types of advertising packets we observed: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Indications Packets: These are packets that peripheral device sends to request a connection to any central device in the area (an example of a peripheral device would be a smart watch or speakers. An example of a central device is your smartphone)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Direct Indications Packets: There are packets that a peripheral device sends to request a connection to a specific central device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Nonconn indications: There are </a:t>
            </a:r>
            <a:r>
              <a:rPr lang="en"/>
              <a:t>advertising</a:t>
            </a:r>
            <a:r>
              <a:rPr lang="en"/>
              <a:t> packets that non-connectable devices advertise to any listening devices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Scan Indications Packets: These are similar to ADV_NONCONN_IND packets </a:t>
            </a:r>
            <a:r>
              <a:rPr lang="en"/>
              <a:t>except they advertise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specific advertising packet we focused on were adv_ind packets as the bluetooth devices we observed advertised using adv_ind packets. These packets also allowed us to see the average time interval between advertising packets which may be a potential feature we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also ATT (which stands for attribute protocol) packets that contain a GATT (Generic Attribute Profile) for a device. A GATT stores services for provided by a device. These services are made up of characteristics. Bluetooth Special Interest Group has an official list of services and characteristics. An example of a service for a Fitbit may be a Heart Rate service which may be composed of a heart rate measurement characteristic.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a6e94ce2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a6e94ce2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Bluetooth low energy uses 40 2MHz channels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of the channels are primary advertising channels, these are channels 37, 38, and 39. The other 37 are secondary advertising channels, also known as data channels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identifiers such as type of advertising packet and channel shown outlined in red along with the bytes captured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084c6b1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d084c6b1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d73fc8979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d73fc8979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c9320c586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c9320c586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d084c6b15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d084c6b15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d084c6b15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d084c6b15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10b0b1e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10b0b1e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9320c586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9320c586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5"/>
              <a:buFont typeface="Arial"/>
              <a:buNone/>
            </a:pPr>
            <a:r>
              <a:rPr lang="en"/>
              <a:t>Pattern-of-life Analysis and Deviations for Bluetooth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Bluetooth Low Energy Devices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824000" y="40704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Alexander Armstrong, Seth Bedford, Troy Frazier, Vishal Madipadga, James Wei, Evelyn Wong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287350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Outline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Introduction and Motivation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Problem Statement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Approach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Ubertooth One Capture</a:t>
            </a:r>
            <a:endParaRPr/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Identifying Packets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Issues Encountered 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Solutions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Results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Future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Introduction and Motivation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has exploded in the last decade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Billions of devices now connected to the internet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to no security considerations are taken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Opens the opportunity for malicious actors to gain unauthorized access to a system through bluetooth devices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 to monitor and detect abnormal bluetooth behavior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 rotWithShape="1">
          <a:blip r:embed="rId3">
            <a:alphaModFix/>
          </a:blip>
          <a:srcRect b="0" l="-2899" r="2900" t="0"/>
          <a:stretch/>
        </p:blipFill>
        <p:spPr>
          <a:xfrm>
            <a:off x="6100125" y="3386425"/>
            <a:ext cx="1206751" cy="149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75" y="2478775"/>
            <a:ext cx="3175900" cy="17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Problem Statement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detect a malicious device utilizing bluetooth communications as a primary means of attack?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create a model to </a:t>
            </a:r>
            <a:r>
              <a:rPr lang="en"/>
              <a:t>separate</a:t>
            </a:r>
            <a:r>
              <a:rPr lang="en"/>
              <a:t> benign devices from malicious or abnormally behaving devices?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use such a model to either protect from any such attacks or at least warn defenders that such an attack is occuring?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850" y="1879375"/>
            <a:ext cx="3816377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50447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Goals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Capture and analyze bluetooth packets to </a:t>
            </a:r>
            <a:r>
              <a:rPr lang="en"/>
              <a:t>develop</a:t>
            </a:r>
            <a:r>
              <a:rPr lang="en"/>
              <a:t> a pattern of life of bluetooth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gathered data to model whether a device is behaving normally or abnormally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Determine if a bluetooth device is acting maliciously based on the developed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Machine learning models provide a promising strategy for creating a standard model of normal behavior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825" y="1666250"/>
            <a:ext cx="32004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Approach - Capturing Packets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set up a Linux VM for capturing wireless communications and used an Ubertooth One to begin sniffing packets. A small bluetooth </a:t>
            </a:r>
            <a:r>
              <a:rPr lang="en"/>
              <a:t>receiver</a:t>
            </a:r>
            <a:r>
              <a:rPr lang="en"/>
              <a:t> like shown below is also needed.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team purchased 3 different bluetooth devices and began to record the data </a:t>
            </a:r>
            <a:r>
              <a:rPr lang="en"/>
              <a:t>transferred</a:t>
            </a:r>
            <a:r>
              <a:rPr lang="en"/>
              <a:t> when connected to the devices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Devices used are as follows: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Samsung galaxy smartwatch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Samsung wireless headphones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Fitbit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625" y="2143650"/>
            <a:ext cx="2290500" cy="22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3175" y="3849700"/>
            <a:ext cx="1028250" cy="8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075" y="550925"/>
            <a:ext cx="3881751" cy="404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Example of Captured Traffic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138" y="1725801"/>
            <a:ext cx="3533674" cy="31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Approach - Identifying Packets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bluetooth protocol, advertising packets are used to identify a device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ADV_IND - a peripheral device requesting connection to a central device (ie: speakers to a phone)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ADV_DIRECT_IND - similar to above but directed to a specific central device (ie: wireless headphones to my phone)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ADV_NONCONN_IND - non connectable devices simply broadcasting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ADV_SCAN_IND - similar to ADV_NONCONN_IND but with more information upon scan request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ATT packets contain a GATT (Generic Attribute Profile) for a device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These store information about certain services and characteristics provided by a device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8502" y="270600"/>
            <a:ext cx="4467099" cy="465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Approach - Analysis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42424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were able to determine the origins of the captured packets through a manufacturer flag within the packet itself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Shown below is an example of the different packets we captured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1725" y="2436250"/>
            <a:ext cx="4332302" cy="221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Built a database for the bluetooth device we were analyzing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database had two tables, an Advertising table and a Data table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Data table was to store information about the generic attribute profile (GATT) found in ATT packets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Each column would correspond to a service or </a:t>
            </a:r>
            <a:r>
              <a:rPr lang="en"/>
              <a:t>characteristics</a:t>
            </a:r>
            <a:r>
              <a:rPr lang="en"/>
              <a:t> of a service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Unable to capture ATT packets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Advertising table stored statistics about the advertising packets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Each row corresponded to an hour of packet capture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Columns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Advertising packet frequency, average packet length, percentage of each type of advertising packet, and number of mac addresses used</a:t>
            </a:r>
            <a:endParaRPr/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243800" y="532400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Pattern-Of-Life Database</a:t>
            </a: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73587"/>
            <a:ext cx="4304799" cy="99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Issues Encountered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Difficulty in capturing the correct identifying packets, specifically ATT packets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devices send </a:t>
            </a:r>
            <a:r>
              <a:rPr lang="en"/>
              <a:t>advertising</a:t>
            </a:r>
            <a:r>
              <a:rPr lang="en"/>
              <a:t> packets, some only send on first connection, others will never send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Reasonable to assume a malicious actor may not send advertising packets or only send altered packets</a:t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301" y="2483325"/>
            <a:ext cx="3404098" cy="211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Solutions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packet density to determine device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/>
              <a:t>presence</a:t>
            </a:r>
            <a:r>
              <a:rPr lang="en"/>
              <a:t> of advertising packets to determine if a device is connected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assumption is that the same behavior will use the same packets, and thus show the same graph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75" y="1748375"/>
            <a:ext cx="3329173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Results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4644675" y="4526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Graphs indicate connection profile of bluetooth devices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Devices send a flurry of advertising packets when attempting to connect, and then zero after a successful connection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can identify devices that have successfully connected based on this profile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Devices that never successfully connect may be suspicious 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33" y="1120788"/>
            <a:ext cx="3495183" cy="18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25" y="3171975"/>
            <a:ext cx="3803004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2673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Future Work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Provenance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Single based event threat detection leads to tons of false alarms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Consider the context (forward and backward)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Rareness of event graph = high </a:t>
            </a:r>
            <a:r>
              <a:rPr lang="en"/>
              <a:t>likelihood</a:t>
            </a:r>
            <a:r>
              <a:rPr lang="en"/>
              <a:t> of actual threat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Frequency of events stored in a database of known benign activity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Application of ML when classifying paths of provenance graph to determine maliciousness (doc2vec)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B7B7B7"/>
                </a:solidFill>
                <a:latin typeface="Maven Pro"/>
                <a:ea typeface="Maven Pro"/>
                <a:cs typeface="Maven Pro"/>
                <a:sym typeface="Maven Pro"/>
              </a:rPr>
              <a:t>Questions?</a:t>
            </a:r>
            <a:endParaRPr b="1">
              <a:solidFill>
                <a:srgbClr val="B7B7B7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556738"/>
            <a:ext cx="47625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