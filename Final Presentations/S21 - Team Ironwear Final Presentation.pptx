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0" r:id="rId2"/>
  </p:sldMasterIdLst>
  <p:notesMasterIdLst>
    <p:notesMasterId r:id="rId22"/>
  </p:notesMasterIdLst>
  <p:sldIdLst>
    <p:sldId id="278" r:id="rId3"/>
    <p:sldId id="263" r:id="rId4"/>
    <p:sldId id="281" r:id="rId5"/>
    <p:sldId id="264" r:id="rId6"/>
    <p:sldId id="285" r:id="rId7"/>
    <p:sldId id="284" r:id="rId8"/>
    <p:sldId id="291" r:id="rId9"/>
    <p:sldId id="276" r:id="rId10"/>
    <p:sldId id="287" r:id="rId11"/>
    <p:sldId id="288" r:id="rId12"/>
    <p:sldId id="289" r:id="rId13"/>
    <p:sldId id="292" r:id="rId14"/>
    <p:sldId id="293" r:id="rId15"/>
    <p:sldId id="294" r:id="rId16"/>
    <p:sldId id="286" r:id="rId17"/>
    <p:sldId id="280" r:id="rId18"/>
    <p:sldId id="266" r:id="rId19"/>
    <p:sldId id="270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TAN GARIKAPATI" initials="CG" lastIdx="1" clrIdx="0">
    <p:extLst>
      <p:ext uri="{19B8F6BF-5375-455C-9EA6-DF929625EA0E}">
        <p15:presenceInfo xmlns:p15="http://schemas.microsoft.com/office/powerpoint/2012/main" userId="186a64145cc53f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7C59F-60E5-B000-E3D5-421D8D359029}" v="86" dt="2021-05-07T00:43:46.601"/>
    <p1510:client id="{1462C59F-8056-C000-2280-73AEE972FAE9}" v="2103" dt="2021-05-07T00:47:20.988"/>
    <p1510:client id="{19E3B79F-004B-B000-E18E-AF68BE9FF0FC}" v="39" dt="2021-03-26T01:01:04.144"/>
    <p1510:client id="{1BE2B79F-90EC-B000-E20A-FEB3D0F19D91}" v="332" dt="2021-03-26T00:57:38.277"/>
    <p1510:client id="{1CE2B79F-4087-B000-DCA6-804C6333A54D}" v="5" dt="2021-03-26T00:36:35.360"/>
    <p1510:client id="{2702F734-EC64-8C2A-BE13-BD0C6C36BB7A}" v="9" dt="2021-03-26T02:07:27.955"/>
    <p1510:client id="{3989CA0A-EE2A-4759-56A8-9AFC7129EF6F}" v="371" dt="2021-05-05T01:21:37.630"/>
    <p1510:client id="{4E35D284-C988-B999-7AD8-B1FF4B6526F7}" v="2" dt="2021-03-26T00:04:51.818"/>
    <p1510:client id="{5407B89F-E0DC-B000-DCA6-8277F8B6BA14}" v="18" dt="2021-03-26T11:27:04.468"/>
    <p1510:client id="{5708C59F-E080-C000-079B-D7AF711F8980}" v="661" dt="2021-05-05T21:31:36.279"/>
    <p1510:client id="{5DA15961-230B-DA1D-4B22-CF5EEA0E56CA}" v="413" dt="2021-03-26T00:31:11.384"/>
    <p1510:client id="{6D0532C9-3F1A-9717-F887-FB16DE05C852}" v="22" dt="2021-05-06T23:21:21.891"/>
    <p1510:client id="{6EA69CFB-3035-F66F-A1F6-95EA8DB8070C}" v="5" dt="2021-03-26T18:03:47.040"/>
    <p1510:client id="{713D0071-7C8F-BBB6-452B-19C602FA6504}" v="442" dt="2021-03-26T00:55:18.536"/>
    <p1510:client id="{76A13768-1327-2659-0BA6-A3998F49B522}" v="41" dt="2021-05-04T23:28:32.561"/>
    <p1510:client id="{7760C59F-E096-B000-E45E-8C3D0636A1E0}" v="13" dt="2021-05-06T23:23:19.540"/>
    <p1510:client id="{843AB9F5-E7EC-C28C-35B8-54369D47F163}" v="485" dt="2021-05-06T17:42:10.955"/>
    <p1510:client id="{9826C49F-90EA-B000-E3D5-4B62A8E865E6}" v="8" dt="2021-05-03T03:21:18.647"/>
    <p1510:client id="{AB96C59F-0018-C000-2280-7642D47282C2}" v="15" dt="2021-05-07T15:16:33.587"/>
    <p1510:client id="{B8E66B96-EF42-61CE-C473-13A39A05B511}" v="18" dt="2021-03-26T00:55:53.851"/>
    <p1510:client id="{BF98C59F-C052-C000-2280-72A42D159D55}" v="105" dt="2021-05-07T15:15:39.211"/>
    <p1510:client id="{D483B0C3-BD0C-F842-9C94-4B639DB8A8E6}" v="28" dt="2021-05-07T15:16:23.126"/>
    <p1510:client id="{E474C59F-509E-B000-E45E-8DB1889CD1B9}" v="1" dt="2021-05-07T04:42:15.356"/>
    <p1510:client id="{F31DC59F-00CF-B000-E4D4-CA63CEB4946C}" v="1" dt="2021-05-06T03:23:26.635"/>
    <p1510:client id="{F9556AB9-F29B-2D9D-9D8E-412691596737}" v="1600" dt="2021-05-07T03:53:28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ikapati, Chetan" userId="S::cxg190009@utdallas.edu::4ff8657e-9e93-4a9a-964f-4061f1db0a14" providerId="AD" clId="Web-{6EA69CFB-3035-F66F-A1F6-95EA8DB8070C}"/>
    <pc:docChg chg="modSld">
      <pc:chgData name="Garikapati, Chetan" userId="S::cxg190009@utdallas.edu::4ff8657e-9e93-4a9a-964f-4061f1db0a14" providerId="AD" clId="Web-{6EA69CFB-3035-F66F-A1F6-95EA8DB8070C}" dt="2021-03-26T18:03:47.040" v="2" actId="1076"/>
      <pc:docMkLst>
        <pc:docMk/>
      </pc:docMkLst>
      <pc:sldChg chg="modSp">
        <pc:chgData name="Garikapati, Chetan" userId="S::cxg190009@utdallas.edu::4ff8657e-9e93-4a9a-964f-4061f1db0a14" providerId="AD" clId="Web-{6EA69CFB-3035-F66F-A1F6-95EA8DB8070C}" dt="2021-03-26T18:03:47.040" v="2" actId="1076"/>
        <pc:sldMkLst>
          <pc:docMk/>
          <pc:sldMk cId="3100630331" sldId="260"/>
        </pc:sldMkLst>
        <pc:picChg chg="mod">
          <ac:chgData name="Garikapati, Chetan" userId="S::cxg190009@utdallas.edu::4ff8657e-9e93-4a9a-964f-4061f1db0a14" providerId="AD" clId="Web-{6EA69CFB-3035-F66F-A1F6-95EA8DB8070C}" dt="2021-03-26T18:03:47.040" v="2" actId="1076"/>
          <ac:picMkLst>
            <pc:docMk/>
            <pc:sldMk cId="3100630331" sldId="260"/>
            <ac:picMk id="22" creationId="{FD21CA68-9653-4568-A6E5-D95AF703474C}"/>
          </ac:picMkLst>
        </pc:picChg>
      </pc:sldChg>
      <pc:sldChg chg="modSp">
        <pc:chgData name="Garikapati, Chetan" userId="S::cxg190009@utdallas.edu::4ff8657e-9e93-4a9a-964f-4061f1db0a14" providerId="AD" clId="Web-{6EA69CFB-3035-F66F-A1F6-95EA8DB8070C}" dt="2021-03-26T17:34:06.099" v="1" actId="20577"/>
        <pc:sldMkLst>
          <pc:docMk/>
          <pc:sldMk cId="2829665158" sldId="269"/>
        </pc:sldMkLst>
        <pc:spChg chg="mod">
          <ac:chgData name="Garikapati, Chetan" userId="S::cxg190009@utdallas.edu::4ff8657e-9e93-4a9a-964f-4061f1db0a14" providerId="AD" clId="Web-{6EA69CFB-3035-F66F-A1F6-95EA8DB8070C}" dt="2021-03-26T17:34:06.099" v="1" actId="20577"/>
          <ac:spMkLst>
            <pc:docMk/>
            <pc:sldMk cId="2829665158" sldId="269"/>
            <ac:spMk id="3" creationId="{22F594E0-6A46-4789-8BB7-81C164DD1994}"/>
          </ac:spMkLst>
        </pc:spChg>
      </pc:sldChg>
    </pc:docChg>
  </pc:docChgLst>
  <pc:docChgLst>
    <pc:chgData name="Lewis, Travious Devonte" userId="S::tdl190000@utdallas.edu::41cc8488-0096-4825-91c3-869bc2655d5c" providerId="AD" clId="Web-{F9556AB9-F29B-2D9D-9D8E-412691596737}"/>
    <pc:docChg chg="addSld modSld">
      <pc:chgData name="Lewis, Travious Devonte" userId="S::tdl190000@utdallas.edu::41cc8488-0096-4825-91c3-869bc2655d5c" providerId="AD" clId="Web-{F9556AB9-F29B-2D9D-9D8E-412691596737}" dt="2021-05-07T03:53:28.771" v="819" actId="1076"/>
      <pc:docMkLst>
        <pc:docMk/>
      </pc:docMkLst>
      <pc:sldChg chg="addSp delSp modSp new mod setBg">
        <pc:chgData name="Lewis, Travious Devonte" userId="S::tdl190000@utdallas.edu::41cc8488-0096-4825-91c3-869bc2655d5c" providerId="AD" clId="Web-{F9556AB9-F29B-2D9D-9D8E-412691596737}" dt="2021-05-07T03:37:45.844" v="435" actId="14100"/>
        <pc:sldMkLst>
          <pc:docMk/>
          <pc:sldMk cId="1543770437" sldId="287"/>
        </pc:sldMkLst>
        <pc:spChg chg="mod">
          <ac:chgData name="Lewis, Travious Devonte" userId="S::tdl190000@utdallas.edu::41cc8488-0096-4825-91c3-869bc2655d5c" providerId="AD" clId="Web-{F9556AB9-F29B-2D9D-9D8E-412691596737}" dt="2021-05-07T03:21:50.868" v="159"/>
          <ac:spMkLst>
            <pc:docMk/>
            <pc:sldMk cId="1543770437" sldId="287"/>
            <ac:spMk id="2" creationId="{C362DBB7-F366-47D0-924B-3130EB43A31C}"/>
          </ac:spMkLst>
        </pc:spChg>
        <pc:spChg chg="add del">
          <ac:chgData name="Lewis, Travious Devonte" userId="S::tdl190000@utdallas.edu::41cc8488-0096-4825-91c3-869bc2655d5c" providerId="AD" clId="Web-{F9556AB9-F29B-2D9D-9D8E-412691596737}" dt="2021-05-07T03:21:36.868" v="158"/>
          <ac:spMkLst>
            <pc:docMk/>
            <pc:sldMk cId="1543770437" sldId="287"/>
            <ac:spMk id="3" creationId="{BE992E5F-D4D2-47BC-B097-F66D2ECDFC10}"/>
          </ac:spMkLst>
        </pc:spChg>
        <pc:spChg chg="mod">
          <ac:chgData name="Lewis, Travious Devonte" userId="S::tdl190000@utdallas.edu::41cc8488-0096-4825-91c3-869bc2655d5c" providerId="AD" clId="Web-{F9556AB9-F29B-2D9D-9D8E-412691596737}" dt="2021-05-07T03:21:50.868" v="159"/>
          <ac:spMkLst>
            <pc:docMk/>
            <pc:sldMk cId="1543770437" sldId="287"/>
            <ac:spMk id="4" creationId="{61C0EE75-85CE-49B7-9F30-7C26AF2915D9}"/>
          </ac:spMkLst>
        </pc:spChg>
        <pc:spChg chg="add mod">
          <ac:chgData name="Lewis, Travious Devonte" userId="S::tdl190000@utdallas.edu::41cc8488-0096-4825-91c3-869bc2655d5c" providerId="AD" clId="Web-{F9556AB9-F29B-2D9D-9D8E-412691596737}" dt="2021-05-07T03:37:45.844" v="435" actId="14100"/>
          <ac:spMkLst>
            <pc:docMk/>
            <pc:sldMk cId="1543770437" sldId="287"/>
            <ac:spMk id="9" creationId="{31269CDC-85D3-4EA8-9086-497CB317F6D4}"/>
          </ac:spMkLst>
        </pc:spChg>
        <pc:spChg chg="add del">
          <ac:chgData name="Lewis, Travious Devonte" userId="S::tdl190000@utdallas.edu::41cc8488-0096-4825-91c3-869bc2655d5c" providerId="AD" clId="Web-{F9556AB9-F29B-2D9D-9D8E-412691596737}" dt="2021-05-07T03:21:32.227" v="156"/>
          <ac:spMkLst>
            <pc:docMk/>
            <pc:sldMk cId="1543770437" sldId="287"/>
            <ac:spMk id="16" creationId="{E49D7415-2F11-44C2-B6AA-13A25B6814B9}"/>
          </ac:spMkLst>
        </pc:spChg>
        <pc:spChg chg="add">
          <ac:chgData name="Lewis, Travious Devonte" userId="S::tdl190000@utdallas.edu::41cc8488-0096-4825-91c3-869bc2655d5c" providerId="AD" clId="Web-{F9556AB9-F29B-2D9D-9D8E-412691596737}" dt="2021-05-07T03:21:50.868" v="159"/>
          <ac:spMkLst>
            <pc:docMk/>
            <pc:sldMk cId="1543770437" sldId="287"/>
            <ac:spMk id="17" creationId="{E49D7415-2F11-44C2-B6AA-13A25B6814B9}"/>
          </ac:spMkLst>
        </pc:spChg>
        <pc:picChg chg="add del mod ord modCrop">
          <ac:chgData name="Lewis, Travious Devonte" userId="S::tdl190000@utdallas.edu::41cc8488-0096-4825-91c3-869bc2655d5c" providerId="AD" clId="Web-{F9556AB9-F29B-2D9D-9D8E-412691596737}" dt="2021-05-07T03:19:48.455" v="151"/>
          <ac:picMkLst>
            <pc:docMk/>
            <pc:sldMk cId="1543770437" sldId="287"/>
            <ac:picMk id="5" creationId="{BBC0DE66-F8FD-44C1-A466-44B93EE4A624}"/>
          </ac:picMkLst>
        </pc:picChg>
        <pc:picChg chg="add del mod ord modCrop">
          <ac:chgData name="Lewis, Travious Devonte" userId="S::tdl190000@utdallas.edu::41cc8488-0096-4825-91c3-869bc2655d5c" providerId="AD" clId="Web-{F9556AB9-F29B-2D9D-9D8E-412691596737}" dt="2021-05-07T03:20:10.160" v="153"/>
          <ac:picMkLst>
            <pc:docMk/>
            <pc:sldMk cId="1543770437" sldId="287"/>
            <ac:picMk id="6" creationId="{9BB7C7B5-899A-43BD-88CE-826AAF7A130D}"/>
          </ac:picMkLst>
        </pc:picChg>
        <pc:picChg chg="add del mod ord modCrop">
          <ac:chgData name="Lewis, Travious Devonte" userId="S::tdl190000@utdallas.edu::41cc8488-0096-4825-91c3-869bc2655d5c" providerId="AD" clId="Web-{F9556AB9-F29B-2D9D-9D8E-412691596737}" dt="2021-05-07T03:21:33.664" v="157"/>
          <ac:picMkLst>
            <pc:docMk/>
            <pc:sldMk cId="1543770437" sldId="287"/>
            <ac:picMk id="7" creationId="{4BB15C2E-3E66-4011-A94C-CDB2569241FD}"/>
          </ac:picMkLst>
        </pc:picChg>
        <pc:picChg chg="add mod ord modCrop">
          <ac:chgData name="Lewis, Travious Devonte" userId="S::tdl190000@utdallas.edu::41cc8488-0096-4825-91c3-869bc2655d5c" providerId="AD" clId="Web-{F9556AB9-F29B-2D9D-9D8E-412691596737}" dt="2021-05-07T03:22:13.088" v="163" actId="1076"/>
          <ac:picMkLst>
            <pc:docMk/>
            <pc:sldMk cId="1543770437" sldId="287"/>
            <ac:picMk id="8" creationId="{9893A908-489B-4B58-B251-0CD6434E5E79}"/>
          </ac:picMkLst>
        </pc:picChg>
        <pc:cxnChg chg="add del">
          <ac:chgData name="Lewis, Travious Devonte" userId="S::tdl190000@utdallas.edu::41cc8488-0096-4825-91c3-869bc2655d5c" providerId="AD" clId="Web-{F9556AB9-F29B-2D9D-9D8E-412691596737}" dt="2021-05-07T03:21:32.227" v="156"/>
          <ac:cxnSpMkLst>
            <pc:docMk/>
            <pc:sldMk cId="1543770437" sldId="287"/>
            <ac:cxnSpMk id="12" creationId="{F64F9B95-9045-48D2-B9F3-2927E98F54AA}"/>
          </ac:cxnSpMkLst>
        </pc:cxnChg>
        <pc:cxnChg chg="add">
          <ac:chgData name="Lewis, Travious Devonte" userId="S::tdl190000@utdallas.edu::41cc8488-0096-4825-91c3-869bc2655d5c" providerId="AD" clId="Web-{F9556AB9-F29B-2D9D-9D8E-412691596737}" dt="2021-05-07T03:21:50.868" v="159"/>
          <ac:cxnSpMkLst>
            <pc:docMk/>
            <pc:sldMk cId="1543770437" sldId="287"/>
            <ac:cxnSpMk id="13" creationId="{F64F9B95-9045-48D2-B9F3-2927E98F54AA}"/>
          </ac:cxnSpMkLst>
        </pc:cxnChg>
        <pc:cxnChg chg="add del">
          <ac:chgData name="Lewis, Travious Devonte" userId="S::tdl190000@utdallas.edu::41cc8488-0096-4825-91c3-869bc2655d5c" providerId="AD" clId="Web-{F9556AB9-F29B-2D9D-9D8E-412691596737}" dt="2021-05-07T03:21:32.227" v="156"/>
          <ac:cxnSpMkLst>
            <pc:docMk/>
            <pc:sldMk cId="1543770437" sldId="287"/>
            <ac:cxnSpMk id="14" creationId="{085AA86F-6A4D-4BCB-A045-D992CDC2959B}"/>
          </ac:cxnSpMkLst>
        </pc:cxnChg>
        <pc:cxnChg chg="add">
          <ac:chgData name="Lewis, Travious Devonte" userId="S::tdl190000@utdallas.edu::41cc8488-0096-4825-91c3-869bc2655d5c" providerId="AD" clId="Web-{F9556AB9-F29B-2D9D-9D8E-412691596737}" dt="2021-05-07T03:21:50.868" v="159"/>
          <ac:cxnSpMkLst>
            <pc:docMk/>
            <pc:sldMk cId="1543770437" sldId="287"/>
            <ac:cxnSpMk id="15" creationId="{085AA86F-6A4D-4BCB-A045-D992CDC2959B}"/>
          </ac:cxnSpMkLst>
        </pc:cxnChg>
        <pc:cxnChg chg="add del">
          <ac:chgData name="Lewis, Travious Devonte" userId="S::tdl190000@utdallas.edu::41cc8488-0096-4825-91c3-869bc2655d5c" providerId="AD" clId="Web-{F9556AB9-F29B-2D9D-9D8E-412691596737}" dt="2021-05-07T03:21:32.227" v="156"/>
          <ac:cxnSpMkLst>
            <pc:docMk/>
            <pc:sldMk cId="1543770437" sldId="287"/>
            <ac:cxnSpMk id="18" creationId="{40ADC89C-EB4E-4AA5-ABBD-448BEC5FA3C4}"/>
          </ac:cxnSpMkLst>
        </pc:cxnChg>
        <pc:cxnChg chg="add">
          <ac:chgData name="Lewis, Travious Devonte" userId="S::tdl190000@utdallas.edu::41cc8488-0096-4825-91c3-869bc2655d5c" providerId="AD" clId="Web-{F9556AB9-F29B-2D9D-9D8E-412691596737}" dt="2021-05-07T03:21:50.868" v="159"/>
          <ac:cxnSpMkLst>
            <pc:docMk/>
            <pc:sldMk cId="1543770437" sldId="287"/>
            <ac:cxnSpMk id="19" creationId="{D2E57F3D-33BE-4306-87E6-245763719516}"/>
          </ac:cxnSpMkLst>
        </pc:cxnChg>
        <pc:cxnChg chg="add">
          <ac:chgData name="Lewis, Travious Devonte" userId="S::tdl190000@utdallas.edu::41cc8488-0096-4825-91c3-869bc2655d5c" providerId="AD" clId="Web-{F9556AB9-F29B-2D9D-9D8E-412691596737}" dt="2021-05-07T03:21:50.868" v="159"/>
          <ac:cxnSpMkLst>
            <pc:docMk/>
            <pc:sldMk cId="1543770437" sldId="287"/>
            <ac:cxnSpMk id="21" creationId="{8E0104E4-99BC-494F-8342-F250828E574F}"/>
          </ac:cxnSpMkLst>
        </pc:cxnChg>
      </pc:sldChg>
      <pc:sldChg chg="addSp delSp modSp new">
        <pc:chgData name="Lewis, Travious Devonte" userId="S::tdl190000@utdallas.edu::41cc8488-0096-4825-91c3-869bc2655d5c" providerId="AD" clId="Web-{F9556AB9-F29B-2D9D-9D8E-412691596737}" dt="2021-05-07T03:39:03.817" v="453" actId="14100"/>
        <pc:sldMkLst>
          <pc:docMk/>
          <pc:sldMk cId="3974131123" sldId="288"/>
        </pc:sldMkLst>
        <pc:spChg chg="mod">
          <ac:chgData name="Lewis, Travious Devonte" userId="S::tdl190000@utdallas.edu::41cc8488-0096-4825-91c3-869bc2655d5c" providerId="AD" clId="Web-{F9556AB9-F29B-2D9D-9D8E-412691596737}" dt="2021-05-07T02:53:30.141" v="19" actId="20577"/>
          <ac:spMkLst>
            <pc:docMk/>
            <pc:sldMk cId="3974131123" sldId="288"/>
            <ac:spMk id="2" creationId="{300F87FA-FC59-4F59-AB8B-7C057E9A4AD5}"/>
          </ac:spMkLst>
        </pc:spChg>
        <pc:spChg chg="del">
          <ac:chgData name="Lewis, Travious Devonte" userId="S::tdl190000@utdallas.edu::41cc8488-0096-4825-91c3-869bc2655d5c" providerId="AD" clId="Web-{F9556AB9-F29B-2D9D-9D8E-412691596737}" dt="2021-05-07T03:28:22.703" v="365"/>
          <ac:spMkLst>
            <pc:docMk/>
            <pc:sldMk cId="3974131123" sldId="288"/>
            <ac:spMk id="3" creationId="{4BE1E5F2-1B39-4657-9191-8F3E2D1D9E06}"/>
          </ac:spMkLst>
        </pc:spChg>
        <pc:spChg chg="mod">
          <ac:chgData name="Lewis, Travious Devonte" userId="S::tdl190000@utdallas.edu::41cc8488-0096-4825-91c3-869bc2655d5c" providerId="AD" clId="Web-{F9556AB9-F29B-2D9D-9D8E-412691596737}" dt="2021-05-07T03:39:03.817" v="453" actId="14100"/>
          <ac:spMkLst>
            <pc:docMk/>
            <pc:sldMk cId="3974131123" sldId="288"/>
            <ac:spMk id="4" creationId="{7425355B-853E-4BFA-97A1-D19CA05AEC48}"/>
          </ac:spMkLst>
        </pc:spChg>
        <pc:picChg chg="add mod ord modCrop">
          <ac:chgData name="Lewis, Travious Devonte" userId="S::tdl190000@utdallas.edu::41cc8488-0096-4825-91c3-869bc2655d5c" providerId="AD" clId="Web-{F9556AB9-F29B-2D9D-9D8E-412691596737}" dt="2021-05-07T03:38:57.754" v="452" actId="14100"/>
          <ac:picMkLst>
            <pc:docMk/>
            <pc:sldMk cId="3974131123" sldId="288"/>
            <ac:picMk id="5" creationId="{BF9DB5B6-345C-4D6C-BDFD-85191AC88697}"/>
          </ac:picMkLst>
        </pc:picChg>
      </pc:sldChg>
      <pc:sldChg chg="addSp delSp modSp new mod modClrScheme chgLayout">
        <pc:chgData name="Lewis, Travious Devonte" userId="S::tdl190000@utdallas.edu::41cc8488-0096-4825-91c3-869bc2655d5c" providerId="AD" clId="Web-{F9556AB9-F29B-2D9D-9D8E-412691596737}" dt="2021-05-07T03:36:33.074" v="410" actId="1076"/>
        <pc:sldMkLst>
          <pc:docMk/>
          <pc:sldMk cId="2604125309" sldId="289"/>
        </pc:sldMkLst>
        <pc:spChg chg="del">
          <ac:chgData name="Lewis, Travious Devonte" userId="S::tdl190000@utdallas.edu::41cc8488-0096-4825-91c3-869bc2655d5c" providerId="AD" clId="Web-{F9556AB9-F29B-2D9D-9D8E-412691596737}" dt="2021-05-07T03:30:45.055" v="395"/>
          <ac:spMkLst>
            <pc:docMk/>
            <pc:sldMk cId="2604125309" sldId="289"/>
            <ac:spMk id="2" creationId="{CFC4F43C-A1C8-4CFC-8763-ABEA2413E265}"/>
          </ac:spMkLst>
        </pc:spChg>
        <pc:spChg chg="del">
          <ac:chgData name="Lewis, Travious Devonte" userId="S::tdl190000@utdallas.edu::41cc8488-0096-4825-91c3-869bc2655d5c" providerId="AD" clId="Web-{F9556AB9-F29B-2D9D-9D8E-412691596737}" dt="2021-05-07T03:30:45.055" v="395"/>
          <ac:spMkLst>
            <pc:docMk/>
            <pc:sldMk cId="2604125309" sldId="289"/>
            <ac:spMk id="3" creationId="{3C0A61CF-A50E-463B-B3BB-9631963051AD}"/>
          </ac:spMkLst>
        </pc:spChg>
        <pc:spChg chg="del">
          <ac:chgData name="Lewis, Travious Devonte" userId="S::tdl190000@utdallas.edu::41cc8488-0096-4825-91c3-869bc2655d5c" providerId="AD" clId="Web-{F9556AB9-F29B-2D9D-9D8E-412691596737}" dt="2021-05-07T03:30:45.055" v="395"/>
          <ac:spMkLst>
            <pc:docMk/>
            <pc:sldMk cId="2604125309" sldId="289"/>
            <ac:spMk id="4" creationId="{5B183606-F191-48BD-A974-D28EB46BDB7D}"/>
          </ac:spMkLst>
        </pc:spChg>
        <pc:picChg chg="add mod">
          <ac:chgData name="Lewis, Travious Devonte" userId="S::tdl190000@utdallas.edu::41cc8488-0096-4825-91c3-869bc2655d5c" providerId="AD" clId="Web-{F9556AB9-F29B-2D9D-9D8E-412691596737}" dt="2021-05-07T03:36:33.074" v="410" actId="1076"/>
          <ac:picMkLst>
            <pc:docMk/>
            <pc:sldMk cId="2604125309" sldId="289"/>
            <ac:picMk id="5" creationId="{8C34AA57-3EE6-4B12-8E1E-137C07934B08}"/>
          </ac:picMkLst>
        </pc:picChg>
        <pc:picChg chg="add mod">
          <ac:chgData name="Lewis, Travious Devonte" userId="S::tdl190000@utdallas.edu::41cc8488-0096-4825-91c3-869bc2655d5c" providerId="AD" clId="Web-{F9556AB9-F29B-2D9D-9D8E-412691596737}" dt="2021-05-07T03:35:08.694" v="408" actId="1076"/>
          <ac:picMkLst>
            <pc:docMk/>
            <pc:sldMk cId="2604125309" sldId="289"/>
            <ac:picMk id="6" creationId="{00431579-2586-4419-B456-9C83302CADB1}"/>
          </ac:picMkLst>
        </pc:picChg>
      </pc:sldChg>
      <pc:sldChg chg="addSp delSp modSp new mod modClrScheme chgLayout">
        <pc:chgData name="Lewis, Travious Devonte" userId="S::tdl190000@utdallas.edu::41cc8488-0096-4825-91c3-869bc2655d5c" providerId="AD" clId="Web-{F9556AB9-F29B-2D9D-9D8E-412691596737}" dt="2021-05-07T03:45:51.261" v="581" actId="20577"/>
        <pc:sldMkLst>
          <pc:docMk/>
          <pc:sldMk cId="489444535" sldId="292"/>
        </pc:sldMkLst>
        <pc:spChg chg="del">
          <ac:chgData name="Lewis, Travious Devonte" userId="S::tdl190000@utdallas.edu::41cc8488-0096-4825-91c3-869bc2655d5c" providerId="AD" clId="Web-{F9556AB9-F29B-2D9D-9D8E-412691596737}" dt="2021-05-07T03:40:23.384" v="454"/>
          <ac:spMkLst>
            <pc:docMk/>
            <pc:sldMk cId="489444535" sldId="292"/>
            <ac:spMk id="2" creationId="{93C8A074-5439-41C9-91AB-C9B7A91C00D9}"/>
          </ac:spMkLst>
        </pc:spChg>
        <pc:spChg chg="del">
          <ac:chgData name="Lewis, Travious Devonte" userId="S::tdl190000@utdallas.edu::41cc8488-0096-4825-91c3-869bc2655d5c" providerId="AD" clId="Web-{F9556AB9-F29B-2D9D-9D8E-412691596737}" dt="2021-05-07T03:40:23.384" v="454"/>
          <ac:spMkLst>
            <pc:docMk/>
            <pc:sldMk cId="489444535" sldId="292"/>
            <ac:spMk id="3" creationId="{417DE0E0-CBFA-4BE1-89FB-DAF3EB0932FA}"/>
          </ac:spMkLst>
        </pc:spChg>
        <pc:spChg chg="del">
          <ac:chgData name="Lewis, Travious Devonte" userId="S::tdl190000@utdallas.edu::41cc8488-0096-4825-91c3-869bc2655d5c" providerId="AD" clId="Web-{F9556AB9-F29B-2D9D-9D8E-412691596737}" dt="2021-05-07T03:40:23.384" v="454"/>
          <ac:spMkLst>
            <pc:docMk/>
            <pc:sldMk cId="489444535" sldId="292"/>
            <ac:spMk id="4" creationId="{7809BDEB-AB67-4B02-BA99-365EF3A12DAC}"/>
          </ac:spMkLst>
        </pc:spChg>
        <pc:spChg chg="add mod">
          <ac:chgData name="Lewis, Travious Devonte" userId="S::tdl190000@utdallas.edu::41cc8488-0096-4825-91c3-869bc2655d5c" providerId="AD" clId="Web-{F9556AB9-F29B-2D9D-9D8E-412691596737}" dt="2021-05-07T03:45:51.261" v="581" actId="20577"/>
          <ac:spMkLst>
            <pc:docMk/>
            <pc:sldMk cId="489444535" sldId="292"/>
            <ac:spMk id="6" creationId="{428689D2-66B1-4795-9FA8-5CD82B36D435}"/>
          </ac:spMkLst>
        </pc:spChg>
        <pc:picChg chg="add mod">
          <ac:chgData name="Lewis, Travious Devonte" userId="S::tdl190000@utdallas.edu::41cc8488-0096-4825-91c3-869bc2655d5c" providerId="AD" clId="Web-{F9556AB9-F29B-2D9D-9D8E-412691596737}" dt="2021-05-07T03:41:12.840" v="463" actId="14100"/>
          <ac:picMkLst>
            <pc:docMk/>
            <pc:sldMk cId="489444535" sldId="292"/>
            <ac:picMk id="5" creationId="{1BAD3582-DC78-4240-8FD4-77979C6F42A6}"/>
          </ac:picMkLst>
        </pc:picChg>
      </pc:sldChg>
      <pc:sldChg chg="addSp modSp new">
        <pc:chgData name="Lewis, Travious Devonte" userId="S::tdl190000@utdallas.edu::41cc8488-0096-4825-91c3-869bc2655d5c" providerId="AD" clId="Web-{F9556AB9-F29B-2D9D-9D8E-412691596737}" dt="2021-05-07T03:46:03.731" v="582" actId="1076"/>
        <pc:sldMkLst>
          <pc:docMk/>
          <pc:sldMk cId="2333021942" sldId="293"/>
        </pc:sldMkLst>
        <pc:spChg chg="add mod">
          <ac:chgData name="Lewis, Travious Devonte" userId="S::tdl190000@utdallas.edu::41cc8488-0096-4825-91c3-869bc2655d5c" providerId="AD" clId="Web-{F9556AB9-F29B-2D9D-9D8E-412691596737}" dt="2021-05-07T03:46:03.731" v="582" actId="1076"/>
          <ac:spMkLst>
            <pc:docMk/>
            <pc:sldMk cId="2333021942" sldId="293"/>
            <ac:spMk id="4" creationId="{DDA3C652-38C7-4205-A648-C87D6BACEFE4}"/>
          </ac:spMkLst>
        </pc:spChg>
        <pc:picChg chg="add mod">
          <ac:chgData name="Lewis, Travious Devonte" userId="S::tdl190000@utdallas.edu::41cc8488-0096-4825-91c3-869bc2655d5c" providerId="AD" clId="Web-{F9556AB9-F29B-2D9D-9D8E-412691596737}" dt="2021-05-07T03:44:13.381" v="516" actId="1076"/>
          <ac:picMkLst>
            <pc:docMk/>
            <pc:sldMk cId="2333021942" sldId="293"/>
            <ac:picMk id="2" creationId="{E27AC9A7-C14B-4231-B41D-17C5A465F7BD}"/>
          </ac:picMkLst>
        </pc:picChg>
        <pc:picChg chg="add mod">
          <ac:chgData name="Lewis, Travious Devonte" userId="S::tdl190000@utdallas.edu::41cc8488-0096-4825-91c3-869bc2655d5c" providerId="AD" clId="Web-{F9556AB9-F29B-2D9D-9D8E-412691596737}" dt="2021-05-07T03:44:31.632" v="519" actId="1076"/>
          <ac:picMkLst>
            <pc:docMk/>
            <pc:sldMk cId="2333021942" sldId="293"/>
            <ac:picMk id="3" creationId="{85CB5E06-BFD0-4E72-B7FC-D6C8321169F3}"/>
          </ac:picMkLst>
        </pc:picChg>
      </pc:sldChg>
      <pc:sldChg chg="addSp modSp new mod modClrScheme chgLayout">
        <pc:chgData name="Lewis, Travious Devonte" userId="S::tdl190000@utdallas.edu::41cc8488-0096-4825-91c3-869bc2655d5c" providerId="AD" clId="Web-{F9556AB9-F29B-2D9D-9D8E-412691596737}" dt="2021-05-07T03:53:28.771" v="819" actId="1076"/>
        <pc:sldMkLst>
          <pc:docMk/>
          <pc:sldMk cId="426074770" sldId="294"/>
        </pc:sldMkLst>
        <pc:spChg chg="add mod">
          <ac:chgData name="Lewis, Travious Devonte" userId="S::tdl190000@utdallas.edu::41cc8488-0096-4825-91c3-869bc2655d5c" providerId="AD" clId="Web-{F9556AB9-F29B-2D9D-9D8E-412691596737}" dt="2021-05-07T03:48:26.114" v="598" actId="20577"/>
          <ac:spMkLst>
            <pc:docMk/>
            <pc:sldMk cId="426074770" sldId="294"/>
            <ac:spMk id="2" creationId="{7C56F4D7-122F-4E9F-875C-6CF5B8EF6A4A}"/>
          </ac:spMkLst>
        </pc:spChg>
        <pc:spChg chg="add mod">
          <ac:chgData name="Lewis, Travious Devonte" userId="S::tdl190000@utdallas.edu::41cc8488-0096-4825-91c3-869bc2655d5c" providerId="AD" clId="Web-{F9556AB9-F29B-2D9D-9D8E-412691596737}" dt="2021-05-07T03:53:23.927" v="818" actId="20577"/>
          <ac:spMkLst>
            <pc:docMk/>
            <pc:sldMk cId="426074770" sldId="294"/>
            <ac:spMk id="3" creationId="{6B05FD29-F1BE-4DCA-81A8-2F01AD227391}"/>
          </ac:spMkLst>
        </pc:spChg>
        <pc:picChg chg="add mod">
          <ac:chgData name="Lewis, Travious Devonte" userId="S::tdl190000@utdallas.edu::41cc8488-0096-4825-91c3-869bc2655d5c" providerId="AD" clId="Web-{F9556AB9-F29B-2D9D-9D8E-412691596737}" dt="2021-05-07T03:53:28.771" v="819" actId="1076"/>
          <ac:picMkLst>
            <pc:docMk/>
            <pc:sldMk cId="426074770" sldId="294"/>
            <ac:picMk id="4" creationId="{F5DCDD0C-77CC-4072-A768-A136B545811A}"/>
          </ac:picMkLst>
        </pc:picChg>
      </pc:sldChg>
    </pc:docChg>
  </pc:docChgLst>
  <pc:docChgLst>
    <pc:chgData name="Alur Gowdru, Monish" userId="S::mxa190025@utdallas.edu::98c260fb-ab82-4aef-848a-9e7556f86ace" providerId="AD" clId="Web-{5407B89F-E0DC-B000-DCA6-8277F8B6BA14}"/>
    <pc:docChg chg="modSld">
      <pc:chgData name="Alur Gowdru, Monish" userId="S::mxa190025@utdallas.edu::98c260fb-ab82-4aef-848a-9e7556f86ace" providerId="AD" clId="Web-{5407B89F-E0DC-B000-DCA6-8277F8B6BA14}" dt="2021-03-26T11:26:07.717" v="5" actId="20577"/>
      <pc:docMkLst>
        <pc:docMk/>
      </pc:docMkLst>
      <pc:sldChg chg="modSp">
        <pc:chgData name="Alur Gowdru, Monish" userId="S::mxa190025@utdallas.edu::98c260fb-ab82-4aef-848a-9e7556f86ace" providerId="AD" clId="Web-{5407B89F-E0DC-B000-DCA6-8277F8B6BA14}" dt="2021-03-26T11:26:07.717" v="5" actId="20577"/>
        <pc:sldMkLst>
          <pc:docMk/>
          <pc:sldMk cId="2608011688" sldId="277"/>
        </pc:sldMkLst>
        <pc:spChg chg="mod">
          <ac:chgData name="Alur Gowdru, Monish" userId="S::mxa190025@utdallas.edu::98c260fb-ab82-4aef-848a-9e7556f86ace" providerId="AD" clId="Web-{5407B89F-E0DC-B000-DCA6-8277F8B6BA14}" dt="2021-03-26T11:26:07.717" v="5" actId="20577"/>
          <ac:spMkLst>
            <pc:docMk/>
            <pc:sldMk cId="2608011688" sldId="277"/>
            <ac:spMk id="3" creationId="{551BA47F-B34F-4572-91F2-356810F05F83}"/>
          </ac:spMkLst>
        </pc:spChg>
      </pc:sldChg>
    </pc:docChg>
  </pc:docChgLst>
  <pc:docChgLst>
    <pc:chgData name="Alur Gowdru, Monish" userId="S::mxa190025@utdallas.edu::98c260fb-ab82-4aef-848a-9e7556f86ace" providerId="AD" clId="Web-{D483B0C3-BD0C-F842-9C94-4B639DB8A8E6}"/>
    <pc:docChg chg="modSld">
      <pc:chgData name="Alur Gowdru, Monish" userId="S::mxa190025@utdallas.edu::98c260fb-ab82-4aef-848a-9e7556f86ace" providerId="AD" clId="Web-{D483B0C3-BD0C-F842-9C94-4B639DB8A8E6}" dt="2021-05-07T15:16:21.563" v="12" actId="20577"/>
      <pc:docMkLst>
        <pc:docMk/>
      </pc:docMkLst>
      <pc:sldChg chg="modSp">
        <pc:chgData name="Alur Gowdru, Monish" userId="S::mxa190025@utdallas.edu::98c260fb-ab82-4aef-848a-9e7556f86ace" providerId="AD" clId="Web-{D483B0C3-BD0C-F842-9C94-4B639DB8A8E6}" dt="2021-05-07T15:16:21.563" v="12" actId="20577"/>
        <pc:sldMkLst>
          <pc:docMk/>
          <pc:sldMk cId="4045720544" sldId="266"/>
        </pc:sldMkLst>
        <pc:spChg chg="mod">
          <ac:chgData name="Alur Gowdru, Monish" userId="S::mxa190025@utdallas.edu::98c260fb-ab82-4aef-848a-9e7556f86ace" providerId="AD" clId="Web-{D483B0C3-BD0C-F842-9C94-4B639DB8A8E6}" dt="2021-05-07T15:16:21.563" v="12" actId="20577"/>
          <ac:spMkLst>
            <pc:docMk/>
            <pc:sldMk cId="4045720544" sldId="266"/>
            <ac:spMk id="3" creationId="{435D551E-E157-498F-BA4A-30FFCAE32BBB}"/>
          </ac:spMkLst>
        </pc:spChg>
      </pc:sldChg>
    </pc:docChg>
  </pc:docChgLst>
  <pc:docChgLst>
    <pc:chgData name="Hoang, Giakhanh Huu" userId="S::ghh170030@utdallas.edu::3d19a85f-6c23-4f56-ba13-75e3a3c6a83a" providerId="AD" clId="Web-{2702F734-EC64-8C2A-BE13-BD0C6C36BB7A}"/>
    <pc:docChg chg="modSld">
      <pc:chgData name="Hoang, Giakhanh Huu" userId="S::ghh170030@utdallas.edu::3d19a85f-6c23-4f56-ba13-75e3a3c6a83a" providerId="AD" clId="Web-{2702F734-EC64-8C2A-BE13-BD0C6C36BB7A}" dt="2021-03-26T02:07:27.955" v="3" actId="20577"/>
      <pc:docMkLst>
        <pc:docMk/>
      </pc:docMkLst>
      <pc:sldChg chg="modSp">
        <pc:chgData name="Hoang, Giakhanh Huu" userId="S::ghh170030@utdallas.edu::3d19a85f-6c23-4f56-ba13-75e3a3c6a83a" providerId="AD" clId="Web-{2702F734-EC64-8C2A-BE13-BD0C6C36BB7A}" dt="2021-03-26T02:07:27.955" v="3" actId="20577"/>
        <pc:sldMkLst>
          <pc:docMk/>
          <pc:sldMk cId="1863704192" sldId="278"/>
        </pc:sldMkLst>
        <pc:spChg chg="mod">
          <ac:chgData name="Hoang, Giakhanh Huu" userId="S::ghh170030@utdallas.edu::3d19a85f-6c23-4f56-ba13-75e3a3c6a83a" providerId="AD" clId="Web-{2702F734-EC64-8C2A-BE13-BD0C6C36BB7A}" dt="2021-03-26T02:07:27.955" v="3" actId="20577"/>
          <ac:spMkLst>
            <pc:docMk/>
            <pc:sldMk cId="1863704192" sldId="278"/>
            <ac:spMk id="4" creationId="{0496BAA6-CAA1-4B8C-B9B5-967DC4DF7CB5}"/>
          </ac:spMkLst>
        </pc:spChg>
      </pc:sldChg>
    </pc:docChg>
  </pc:docChgLst>
  <pc:docChgLst>
    <pc:chgData name="Alur Gowdru, Monish" userId="S::mxa190025@utdallas.edu::98c260fb-ab82-4aef-848a-9e7556f86ace" providerId="AD" clId="Web-{843AB9F5-E7EC-C28C-35B8-54369D47F163}"/>
    <pc:docChg chg="addSld delSld modSld">
      <pc:chgData name="Alur Gowdru, Monish" userId="S::mxa190025@utdallas.edu::98c260fb-ab82-4aef-848a-9e7556f86ace" providerId="AD" clId="Web-{843AB9F5-E7EC-C28C-35B8-54369D47F163}" dt="2021-05-06T17:42:10.955" v="434"/>
      <pc:docMkLst>
        <pc:docMk/>
      </pc:docMkLst>
      <pc:sldChg chg="addSp delSp modSp del modNotes">
        <pc:chgData name="Alur Gowdru, Monish" userId="S::mxa190025@utdallas.edu::98c260fb-ab82-4aef-848a-9e7556f86ace" providerId="AD" clId="Web-{843AB9F5-E7EC-C28C-35B8-54369D47F163}" dt="2021-05-06T17:42:10.955" v="434"/>
        <pc:sldMkLst>
          <pc:docMk/>
          <pc:sldMk cId="82136708" sldId="279"/>
        </pc:sldMkLst>
        <pc:spChg chg="mod">
          <ac:chgData name="Alur Gowdru, Monish" userId="S::mxa190025@utdallas.edu::98c260fb-ab82-4aef-848a-9e7556f86ace" providerId="AD" clId="Web-{843AB9F5-E7EC-C28C-35B8-54369D47F163}" dt="2021-05-06T17:08:59.325" v="257" actId="20577"/>
          <ac:spMkLst>
            <pc:docMk/>
            <pc:sldMk cId="82136708" sldId="279"/>
            <ac:spMk id="2" creationId="{6B4A93D9-84CB-4931-AA52-A79B241AC89C}"/>
          </ac:spMkLst>
        </pc:spChg>
        <pc:spChg chg="add del mod">
          <ac:chgData name="Alur Gowdru, Monish" userId="S::mxa190025@utdallas.edu::98c260fb-ab82-4aef-848a-9e7556f86ace" providerId="AD" clId="Web-{843AB9F5-E7EC-C28C-35B8-54369D47F163}" dt="2021-05-06T16:20:00.212" v="84"/>
          <ac:spMkLst>
            <pc:docMk/>
            <pc:sldMk cId="82136708" sldId="279"/>
            <ac:spMk id="4" creationId="{3BB45407-38DA-4740-9C20-DDE239E57085}"/>
          </ac:spMkLst>
        </pc:spChg>
        <pc:picChg chg="add del mod">
          <ac:chgData name="Alur Gowdru, Monish" userId="S::mxa190025@utdallas.edu::98c260fb-ab82-4aef-848a-9e7556f86ace" providerId="AD" clId="Web-{843AB9F5-E7EC-C28C-35B8-54369D47F163}" dt="2021-05-06T16:18:57.585" v="77"/>
          <ac:picMkLst>
            <pc:docMk/>
            <pc:sldMk cId="82136708" sldId="279"/>
            <ac:picMk id="3" creationId="{B1DF2959-A4CD-4BF2-970C-D59C737A17CC}"/>
          </ac:picMkLst>
        </pc:picChg>
      </pc:sldChg>
      <pc:sldChg chg="addSp modSp new">
        <pc:chgData name="Alur Gowdru, Monish" userId="S::mxa190025@utdallas.edu::98c260fb-ab82-4aef-848a-9e7556f86ace" providerId="AD" clId="Web-{843AB9F5-E7EC-C28C-35B8-54369D47F163}" dt="2021-05-06T17:25:32.835" v="431" actId="1076"/>
        <pc:sldMkLst>
          <pc:docMk/>
          <pc:sldMk cId="2734421059" sldId="286"/>
        </pc:sldMkLst>
        <pc:spChg chg="add mod">
          <ac:chgData name="Alur Gowdru, Monish" userId="S::mxa190025@utdallas.edu::98c260fb-ab82-4aef-848a-9e7556f86ace" providerId="AD" clId="Web-{843AB9F5-E7EC-C28C-35B8-54369D47F163}" dt="2021-05-06T16:21:01.182" v="96" actId="1076"/>
          <ac:spMkLst>
            <pc:docMk/>
            <pc:sldMk cId="2734421059" sldId="286"/>
            <ac:spMk id="3" creationId="{4C808559-EF74-486A-A4BB-F065782E4431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6:21:18.557" v="100" actId="20577"/>
          <ac:spMkLst>
            <pc:docMk/>
            <pc:sldMk cId="2734421059" sldId="286"/>
            <ac:spMk id="4" creationId="{4B0E9160-8458-4DAC-BD00-24EB06EE5C01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6:22:20.074" v="123" actId="20577"/>
          <ac:spMkLst>
            <pc:docMk/>
            <pc:sldMk cId="2734421059" sldId="286"/>
            <ac:spMk id="5" creationId="{BF730802-64EC-4604-9059-757E3222859C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6:23:20.857" v="136" actId="1076"/>
          <ac:spMkLst>
            <pc:docMk/>
            <pc:sldMk cId="2734421059" sldId="286"/>
            <ac:spMk id="6" creationId="{13ADE9F0-BBAC-4622-838F-3B3E1949DAAB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6:23:57.045" v="151" actId="1076"/>
          <ac:spMkLst>
            <pc:docMk/>
            <pc:sldMk cId="2734421059" sldId="286"/>
            <ac:spMk id="7" creationId="{E571EDBB-67D2-4B01-A0B8-49B165DD482C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7:21:32.516" v="371" actId="20577"/>
          <ac:spMkLst>
            <pc:docMk/>
            <pc:sldMk cId="2734421059" sldId="286"/>
            <ac:spMk id="8" creationId="{5578B975-DB7A-4115-B149-15D2BFEFBCFF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7:23:34.223" v="408" actId="20577"/>
          <ac:spMkLst>
            <pc:docMk/>
            <pc:sldMk cId="2734421059" sldId="286"/>
            <ac:spMk id="9" creationId="{7F6F900B-77B3-4957-8C53-FEA8B62EB815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7:22:22.064" v="392" actId="20577"/>
          <ac:spMkLst>
            <pc:docMk/>
            <pc:sldMk cId="2734421059" sldId="286"/>
            <ac:spMk id="10" creationId="{C6742E1A-F1F9-482D-973B-7DB28F0FEF85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7:24:28.990" v="419" actId="20577"/>
          <ac:spMkLst>
            <pc:docMk/>
            <pc:sldMk cId="2734421059" sldId="286"/>
            <ac:spMk id="11" creationId="{9D7231C6-3A48-4FCD-8676-EBE4B9995C8C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7:24:54.272" v="425" actId="20577"/>
          <ac:spMkLst>
            <pc:docMk/>
            <pc:sldMk cId="2734421059" sldId="286"/>
            <ac:spMk id="12" creationId="{9815683E-BA4C-4C3A-8E96-5B720950E9AF}"/>
          </ac:spMkLst>
        </pc:spChg>
        <pc:spChg chg="add mod">
          <ac:chgData name="Alur Gowdru, Monish" userId="S::mxa190025@utdallas.edu::98c260fb-ab82-4aef-848a-9e7556f86ace" providerId="AD" clId="Web-{843AB9F5-E7EC-C28C-35B8-54369D47F163}" dt="2021-05-06T17:25:32.835" v="431" actId="1076"/>
          <ac:spMkLst>
            <pc:docMk/>
            <pc:sldMk cId="2734421059" sldId="286"/>
            <ac:spMk id="13" creationId="{7354B7BD-4156-4668-8342-95EAC0221547}"/>
          </ac:spMkLst>
        </pc:spChg>
        <pc:picChg chg="add mod">
          <ac:chgData name="Alur Gowdru, Monish" userId="S::mxa190025@utdallas.edu::98c260fb-ab82-4aef-848a-9e7556f86ace" providerId="AD" clId="Web-{843AB9F5-E7EC-C28C-35B8-54369D47F163}" dt="2021-05-06T16:19:30.977" v="83" actId="14100"/>
          <ac:picMkLst>
            <pc:docMk/>
            <pc:sldMk cId="2734421059" sldId="286"/>
            <ac:picMk id="2" creationId="{A17D2937-27ED-4EC5-96C8-510EEB0514DF}"/>
          </ac:picMkLst>
        </pc:picChg>
      </pc:sldChg>
    </pc:docChg>
  </pc:docChgLst>
  <pc:docChgLst>
    <pc:chgData name="Abusultan, Khalid B" userId="S::kba180001@utdallas.edu::ce79ea59-c95a-435a-bf2d-74a5e3bd6484" providerId="AD" clId="Web-{1462C59F-8056-C000-2280-73AEE972FAE9}"/>
    <pc:docChg chg="addSld delSld modSld sldOrd">
      <pc:chgData name="Abusultan, Khalid B" userId="S::kba180001@utdallas.edu::ce79ea59-c95a-435a-bf2d-74a5e3bd6484" providerId="AD" clId="Web-{1462C59F-8056-C000-2280-73AEE972FAE9}" dt="2021-05-07T00:47:17.347" v="1086" actId="20577"/>
      <pc:docMkLst>
        <pc:docMk/>
      </pc:docMkLst>
      <pc:sldChg chg="modSp del">
        <pc:chgData name="Abusultan, Khalid B" userId="S::kba180001@utdallas.edu::ce79ea59-c95a-435a-bf2d-74a5e3bd6484" providerId="AD" clId="Web-{1462C59F-8056-C000-2280-73AEE972FAE9}" dt="2021-05-07T00:31:03.275" v="750"/>
        <pc:sldMkLst>
          <pc:docMk/>
          <pc:sldMk cId="2656086263" sldId="257"/>
        </pc:sldMkLst>
        <pc:spChg chg="mod">
          <ac:chgData name="Abusultan, Khalid B" userId="S::kba180001@utdallas.edu::ce79ea59-c95a-435a-bf2d-74a5e3bd6484" providerId="AD" clId="Web-{1462C59F-8056-C000-2280-73AEE972FAE9}" dt="2021-05-07T00:26:37.853" v="731" actId="20577"/>
          <ac:spMkLst>
            <pc:docMk/>
            <pc:sldMk cId="2656086263" sldId="257"/>
            <ac:spMk id="3" creationId="{0B9599EE-7E26-4641-8B5C-BED51AE9F527}"/>
          </ac:spMkLst>
        </pc:spChg>
      </pc:sldChg>
      <pc:sldChg chg="del">
        <pc:chgData name="Abusultan, Khalid B" userId="S::kba180001@utdallas.edu::ce79ea59-c95a-435a-bf2d-74a5e3bd6484" providerId="AD" clId="Web-{1462C59F-8056-C000-2280-73AEE972FAE9}" dt="2021-05-06T23:47:34.513" v="50"/>
        <pc:sldMkLst>
          <pc:docMk/>
          <pc:sldMk cId="2829665158" sldId="269"/>
        </pc:sldMkLst>
      </pc:sldChg>
      <pc:sldChg chg="del">
        <pc:chgData name="Abusultan, Khalid B" userId="S::kba180001@utdallas.edu::ce79ea59-c95a-435a-bf2d-74a5e3bd6484" providerId="AD" clId="Web-{1462C59F-8056-C000-2280-73AEE972FAE9}" dt="2021-05-06T23:27:00.658" v="2"/>
        <pc:sldMkLst>
          <pc:docMk/>
          <pc:sldMk cId="1698611002" sldId="275"/>
        </pc:sldMkLst>
      </pc:sldChg>
      <pc:sldChg chg="addSp delSp modSp mod ord setBg setClrOvrMap modShow">
        <pc:chgData name="Abusultan, Khalid B" userId="S::kba180001@utdallas.edu::ce79ea59-c95a-435a-bf2d-74a5e3bd6484" providerId="AD" clId="Web-{1462C59F-8056-C000-2280-73AEE972FAE9}" dt="2021-05-07T00:29:42.630" v="749"/>
        <pc:sldMkLst>
          <pc:docMk/>
          <pc:sldMk cId="2566059167" sldId="276"/>
        </pc:sldMkLst>
        <pc:spChg chg="mod">
          <ac:chgData name="Abusultan, Khalid B" userId="S::kba180001@utdallas.edu::ce79ea59-c95a-435a-bf2d-74a5e3bd6484" providerId="AD" clId="Web-{1462C59F-8056-C000-2280-73AEE972FAE9}" dt="2021-05-07T00:29:42.630" v="749"/>
          <ac:spMkLst>
            <pc:docMk/>
            <pc:sldMk cId="2566059167" sldId="276"/>
            <ac:spMk id="2" creationId="{527DA345-02B7-4797-857B-E67549FD7731}"/>
          </ac:spMkLst>
        </pc:spChg>
        <pc:spChg chg="add del mod ord">
          <ac:chgData name="Abusultan, Khalid B" userId="S::kba180001@utdallas.edu::ce79ea59-c95a-435a-bf2d-74a5e3bd6484" providerId="AD" clId="Web-{1462C59F-8056-C000-2280-73AEE972FAE9}" dt="2021-05-07T00:29:42.630" v="749"/>
          <ac:spMkLst>
            <pc:docMk/>
            <pc:sldMk cId="2566059167" sldId="276"/>
            <ac:spMk id="3" creationId="{C18FDDA6-8D15-46B0-8E5F-D92C65E95F65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42.630" v="749"/>
          <ac:spMkLst>
            <pc:docMk/>
            <pc:sldMk cId="2566059167" sldId="276"/>
            <ac:spMk id="9" creationId="{AFA67CD3-AB4E-4A7A-BEB8-53C445D8C44E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42.630" v="749"/>
          <ac:spMkLst>
            <pc:docMk/>
            <pc:sldMk cId="2566059167" sldId="276"/>
            <ac:spMk id="13" creationId="{339C8D78-A644-462F-B674-F440635E5353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33.270" v="742"/>
          <ac:spMkLst>
            <pc:docMk/>
            <pc:sldMk cId="2566059167" sldId="276"/>
            <ac:spMk id="17" creationId="{460B0EFB-53ED-4F35-B05D-F658EA021C65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10.347" v="736"/>
          <ac:spMkLst>
            <pc:docMk/>
            <pc:sldMk cId="2566059167" sldId="276"/>
            <ac:spMk id="18" creationId="{CF62D2A7-8207-488C-9F46-316BA81A16C8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36.754" v="744"/>
          <ac:spMkLst>
            <pc:docMk/>
            <pc:sldMk cId="2566059167" sldId="276"/>
            <ac:spMk id="19" creationId="{F56F5174-31D9-4DBB-AAB7-A1FD7BDB1352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33.270" v="742"/>
          <ac:spMkLst>
            <pc:docMk/>
            <pc:sldMk cId="2566059167" sldId="276"/>
            <ac:spMk id="20" creationId="{835EF3DD-7D43-4A27-8967-A92FD8CC9365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36.754" v="744"/>
          <ac:spMkLst>
            <pc:docMk/>
            <pc:sldMk cId="2566059167" sldId="276"/>
            <ac:spMk id="22" creationId="{F9A95BEE-6BB1-4A28-A8E6-A34B2E42EF87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39.301" v="746"/>
          <ac:spMkLst>
            <pc:docMk/>
            <pc:sldMk cId="2566059167" sldId="276"/>
            <ac:spMk id="23" creationId="{AFA67CD3-AB4E-4A7A-BEB8-53C445D8C44E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29:39.301" v="746"/>
          <ac:spMkLst>
            <pc:docMk/>
            <pc:sldMk cId="2566059167" sldId="276"/>
            <ac:spMk id="25" creationId="{339C8D78-A644-462F-B674-F440635E5353}"/>
          </ac:spMkLst>
        </pc:spChg>
        <pc:spChg chg="add">
          <ac:chgData name="Abusultan, Khalid B" userId="S::kba180001@utdallas.edu::ce79ea59-c95a-435a-bf2d-74a5e3bd6484" providerId="AD" clId="Web-{1462C59F-8056-C000-2280-73AEE972FAE9}" dt="2021-05-07T00:29:42.630" v="749"/>
          <ac:spMkLst>
            <pc:docMk/>
            <pc:sldMk cId="2566059167" sldId="276"/>
            <ac:spMk id="27" creationId="{AFA67CD3-AB4E-4A7A-BEB8-53C445D8C44E}"/>
          </ac:spMkLst>
        </pc:spChg>
        <pc:spChg chg="add">
          <ac:chgData name="Abusultan, Khalid B" userId="S::kba180001@utdallas.edu::ce79ea59-c95a-435a-bf2d-74a5e3bd6484" providerId="AD" clId="Web-{1462C59F-8056-C000-2280-73AEE972FAE9}" dt="2021-05-07T00:29:42.630" v="749"/>
          <ac:spMkLst>
            <pc:docMk/>
            <pc:sldMk cId="2566059167" sldId="276"/>
            <ac:spMk id="29" creationId="{339C8D78-A644-462F-B674-F440635E5353}"/>
          </ac:spMkLst>
        </pc:spChg>
        <pc:graphicFrameChg chg="add del">
          <ac:chgData name="Abusultan, Khalid B" userId="S::kba180001@utdallas.edu::ce79ea59-c95a-435a-bf2d-74a5e3bd6484" providerId="AD" clId="Web-{1462C59F-8056-C000-2280-73AEE972FAE9}" dt="2021-05-07T00:29:18.831" v="738"/>
          <ac:graphicFrameMkLst>
            <pc:docMk/>
            <pc:sldMk cId="2566059167" sldId="276"/>
            <ac:graphicFrameMk id="15" creationId="{887E87E7-6B6E-42FC-B17C-F8EFCA4CB6E7}"/>
          </ac:graphicFrameMkLst>
        </pc:graphicFrameChg>
        <pc:graphicFrameChg chg="add del">
          <ac:chgData name="Abusultan, Khalid B" userId="S::kba180001@utdallas.edu::ce79ea59-c95a-435a-bf2d-74a5e3bd6484" providerId="AD" clId="Web-{1462C59F-8056-C000-2280-73AEE972FAE9}" dt="2021-05-07T00:29:29.504" v="740"/>
          <ac:graphicFrameMkLst>
            <pc:docMk/>
            <pc:sldMk cId="2566059167" sldId="276"/>
            <ac:graphicFrameMk id="16" creationId="{1EE79EE3-C1C0-42C2-93EE-E906A65F76E2}"/>
          </ac:graphicFrameMkLst>
        </pc:graphicFrameChg>
        <pc:graphicFrameChg chg="add del">
          <ac:chgData name="Abusultan, Khalid B" userId="S::kba180001@utdallas.edu::ce79ea59-c95a-435a-bf2d-74a5e3bd6484" providerId="AD" clId="Web-{1462C59F-8056-C000-2280-73AEE972FAE9}" dt="2021-05-07T00:29:42.614" v="748"/>
          <ac:graphicFrameMkLst>
            <pc:docMk/>
            <pc:sldMk cId="2566059167" sldId="276"/>
            <ac:graphicFrameMk id="26" creationId="{887E87E7-6B6E-42FC-B17C-F8EFCA4CB6E7}"/>
          </ac:graphicFrameMkLst>
        </pc:graphicFrameChg>
        <pc:picChg chg="del">
          <ac:chgData name="Abusultan, Khalid B" userId="S::kba180001@utdallas.edu::ce79ea59-c95a-435a-bf2d-74a5e3bd6484" providerId="AD" clId="Web-{1462C59F-8056-C000-2280-73AEE972FAE9}" dt="2021-05-07T00:28:22.047" v="732"/>
          <ac:picMkLst>
            <pc:docMk/>
            <pc:sldMk cId="2566059167" sldId="276"/>
            <ac:picMk id="4" creationId="{938ED731-0785-4DEA-A8DE-373B9A3F8D44}"/>
          </ac:picMkLst>
        </pc:picChg>
        <pc:picChg chg="add mod ord">
          <ac:chgData name="Abusultan, Khalid B" userId="S::kba180001@utdallas.edu::ce79ea59-c95a-435a-bf2d-74a5e3bd6484" providerId="AD" clId="Web-{1462C59F-8056-C000-2280-73AEE972FAE9}" dt="2021-05-07T00:29:42.630" v="749"/>
          <ac:picMkLst>
            <pc:docMk/>
            <pc:sldMk cId="2566059167" sldId="276"/>
            <ac:picMk id="5" creationId="{8AB87A25-932E-4EB8-A71C-D9325A1ACA87}"/>
          </ac:picMkLst>
        </pc:picChg>
        <pc:picChg chg="add del">
          <ac:chgData name="Abusultan, Khalid B" userId="S::kba180001@utdallas.edu::ce79ea59-c95a-435a-bf2d-74a5e3bd6484" providerId="AD" clId="Web-{1462C59F-8056-C000-2280-73AEE972FAE9}" dt="2021-05-07T00:29:42.630" v="749"/>
          <ac:picMkLst>
            <pc:docMk/>
            <pc:sldMk cId="2566059167" sldId="276"/>
            <ac:picMk id="11" creationId="{07CF545F-9C2E-4446-97CD-AD92990C2B68}"/>
          </ac:picMkLst>
        </pc:picChg>
        <pc:picChg chg="add del">
          <ac:chgData name="Abusultan, Khalid B" userId="S::kba180001@utdallas.edu::ce79ea59-c95a-435a-bf2d-74a5e3bd6484" providerId="AD" clId="Web-{1462C59F-8056-C000-2280-73AEE972FAE9}" dt="2021-05-07T00:29:36.754" v="744"/>
          <ac:picMkLst>
            <pc:docMk/>
            <pc:sldMk cId="2566059167" sldId="276"/>
            <ac:picMk id="21" creationId="{AE113210-7872-481A-ADE6-3A05CCAF5EB2}"/>
          </ac:picMkLst>
        </pc:picChg>
        <pc:picChg chg="add del">
          <ac:chgData name="Abusultan, Khalid B" userId="S::kba180001@utdallas.edu::ce79ea59-c95a-435a-bf2d-74a5e3bd6484" providerId="AD" clId="Web-{1462C59F-8056-C000-2280-73AEE972FAE9}" dt="2021-05-07T00:29:39.301" v="746"/>
          <ac:picMkLst>
            <pc:docMk/>
            <pc:sldMk cId="2566059167" sldId="276"/>
            <ac:picMk id="24" creationId="{07CF545F-9C2E-4446-97CD-AD92990C2B68}"/>
          </ac:picMkLst>
        </pc:picChg>
        <pc:picChg chg="add">
          <ac:chgData name="Abusultan, Khalid B" userId="S::kba180001@utdallas.edu::ce79ea59-c95a-435a-bf2d-74a5e3bd6484" providerId="AD" clId="Web-{1462C59F-8056-C000-2280-73AEE972FAE9}" dt="2021-05-07T00:29:42.630" v="749"/>
          <ac:picMkLst>
            <pc:docMk/>
            <pc:sldMk cId="2566059167" sldId="276"/>
            <ac:picMk id="28" creationId="{07CF545F-9C2E-4446-97CD-AD92990C2B68}"/>
          </ac:picMkLst>
        </pc:picChg>
      </pc:sldChg>
      <pc:sldChg chg="addSp delSp modSp">
        <pc:chgData name="Abusultan, Khalid B" userId="S::kba180001@utdallas.edu::ce79ea59-c95a-435a-bf2d-74a5e3bd6484" providerId="AD" clId="Web-{1462C59F-8056-C000-2280-73AEE972FAE9}" dt="2021-05-07T00:33:26.721" v="757" actId="20577"/>
        <pc:sldMkLst>
          <pc:docMk/>
          <pc:sldMk cId="2564623051" sldId="284"/>
        </pc:sldMkLst>
        <pc:spChg chg="mod">
          <ac:chgData name="Abusultan, Khalid B" userId="S::kba180001@utdallas.edu::ce79ea59-c95a-435a-bf2d-74a5e3bd6484" providerId="AD" clId="Web-{1462C59F-8056-C000-2280-73AEE972FAE9}" dt="2021-05-07T00:08:05.460" v="160"/>
          <ac:spMkLst>
            <pc:docMk/>
            <pc:sldMk cId="2564623051" sldId="284"/>
            <ac:spMk id="2" creationId="{C8AD3C64-91D7-451A-94D3-C38E3BCC33D5}"/>
          </ac:spMkLst>
        </pc:spChg>
        <pc:spChg chg="mod ord">
          <ac:chgData name="Abusultan, Khalid B" userId="S::kba180001@utdallas.edu::ce79ea59-c95a-435a-bf2d-74a5e3bd6484" providerId="AD" clId="Web-{1462C59F-8056-C000-2280-73AEE972FAE9}" dt="2021-05-07T00:33:26.721" v="757" actId="20577"/>
          <ac:spMkLst>
            <pc:docMk/>
            <pc:sldMk cId="2564623051" sldId="284"/>
            <ac:spMk id="4" creationId="{97B17C08-155A-4507-8557-5F14A5D1C8A4}"/>
          </ac:spMkLst>
        </pc:spChg>
        <pc:spChg chg="add del mod">
          <ac:chgData name="Abusultan, Khalid B" userId="S::kba180001@utdallas.edu::ce79ea59-c95a-435a-bf2d-74a5e3bd6484" providerId="AD" clId="Web-{1462C59F-8056-C000-2280-73AEE972FAE9}" dt="2021-05-07T00:04:39.901" v="115"/>
          <ac:spMkLst>
            <pc:docMk/>
            <pc:sldMk cId="2564623051" sldId="284"/>
            <ac:spMk id="7" creationId="{96CA872C-D17A-4252-B19F-05D7841BD4D0}"/>
          </ac:spMkLst>
        </pc:spChg>
        <pc:spChg chg="del">
          <ac:chgData name="Abusultan, Khalid B" userId="S::kba180001@utdallas.edu::ce79ea59-c95a-435a-bf2d-74a5e3bd6484" providerId="AD" clId="Web-{1462C59F-8056-C000-2280-73AEE972FAE9}" dt="2021-05-07T00:04:39.901" v="115"/>
          <ac:spMkLst>
            <pc:docMk/>
            <pc:sldMk cId="2564623051" sldId="284"/>
            <ac:spMk id="14" creationId="{E49D7415-2F11-44C2-B6AA-13A25B6814B9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08:05.460" v="160"/>
          <ac:spMkLst>
            <pc:docMk/>
            <pc:sldMk cId="2564623051" sldId="284"/>
            <ac:spMk id="27" creationId="{E49D7415-2F11-44C2-B6AA-13A25B6814B9}"/>
          </ac:spMkLst>
        </pc:spChg>
        <pc:spChg chg="add del">
          <ac:chgData name="Abusultan, Khalid B" userId="S::kba180001@utdallas.edu::ce79ea59-c95a-435a-bf2d-74a5e3bd6484" providerId="AD" clId="Web-{1462C59F-8056-C000-2280-73AEE972FAE9}" dt="2021-05-07T00:08:05.460" v="160"/>
          <ac:spMkLst>
            <pc:docMk/>
            <pc:sldMk cId="2564623051" sldId="284"/>
            <ac:spMk id="38" creationId="{E49D7415-2F11-44C2-B6AA-13A25B6814B9}"/>
          </ac:spMkLst>
        </pc:spChg>
        <pc:picChg chg="add mod">
          <ac:chgData name="Abusultan, Khalid B" userId="S::kba180001@utdallas.edu::ce79ea59-c95a-435a-bf2d-74a5e3bd6484" providerId="AD" clId="Web-{1462C59F-8056-C000-2280-73AEE972FAE9}" dt="2021-05-07T00:08:18.164" v="165" actId="1076"/>
          <ac:picMkLst>
            <pc:docMk/>
            <pc:sldMk cId="2564623051" sldId="284"/>
            <ac:picMk id="3" creationId="{D71728D8-D1D9-4140-A7C4-46E201C3D1EB}"/>
          </ac:picMkLst>
        </pc:picChg>
        <pc:picChg chg="del">
          <ac:chgData name="Abusultan, Khalid B" userId="S::kba180001@utdallas.edu::ce79ea59-c95a-435a-bf2d-74a5e3bd6484" providerId="AD" clId="Web-{1462C59F-8056-C000-2280-73AEE972FAE9}" dt="2021-05-07T00:04:36.995" v="114"/>
          <ac:picMkLst>
            <pc:docMk/>
            <pc:sldMk cId="2564623051" sldId="284"/>
            <ac:picMk id="5" creationId="{40D2C1ED-C073-4132-A607-367625021365}"/>
          </ac:picMkLst>
        </pc:picChg>
        <pc:picChg chg="add mod">
          <ac:chgData name="Abusultan, Khalid B" userId="S::kba180001@utdallas.edu::ce79ea59-c95a-435a-bf2d-74a5e3bd6484" providerId="AD" clId="Web-{1462C59F-8056-C000-2280-73AEE972FAE9}" dt="2021-05-07T00:08:23.664" v="167" actId="1076"/>
          <ac:picMkLst>
            <pc:docMk/>
            <pc:sldMk cId="2564623051" sldId="284"/>
            <ac:picMk id="8" creationId="{DDBC3376-D572-4714-8DF9-E5154DA0C2B0}"/>
          </ac:picMkLst>
        </pc:picChg>
        <pc:cxnChg chg="del">
          <ac:chgData name="Abusultan, Khalid B" userId="S::kba180001@utdallas.edu::ce79ea59-c95a-435a-bf2d-74a5e3bd6484" providerId="AD" clId="Web-{1462C59F-8056-C000-2280-73AEE972FAE9}" dt="2021-05-07T00:04:39.901" v="115"/>
          <ac:cxnSpMkLst>
            <pc:docMk/>
            <pc:sldMk cId="2564623051" sldId="284"/>
            <ac:cxnSpMk id="10" creationId="{F64F9B95-9045-48D2-B9F3-2927E98F54AA}"/>
          </ac:cxnSpMkLst>
        </pc:cxnChg>
        <pc:cxnChg chg="del">
          <ac:chgData name="Abusultan, Khalid B" userId="S::kba180001@utdallas.edu::ce79ea59-c95a-435a-bf2d-74a5e3bd6484" providerId="AD" clId="Web-{1462C59F-8056-C000-2280-73AEE972FAE9}" dt="2021-05-07T00:04:39.901" v="115"/>
          <ac:cxnSpMkLst>
            <pc:docMk/>
            <pc:sldMk cId="2564623051" sldId="284"/>
            <ac:cxnSpMk id="12" creationId="{085AA86F-6A4D-4BCB-A045-D992CDC2959B}"/>
          </ac:cxnSpMkLst>
        </pc:cxnChg>
        <pc:cxnChg chg="del">
          <ac:chgData name="Abusultan, Khalid B" userId="S::kba180001@utdallas.edu::ce79ea59-c95a-435a-bf2d-74a5e3bd6484" providerId="AD" clId="Web-{1462C59F-8056-C000-2280-73AEE972FAE9}" dt="2021-05-07T00:04:39.901" v="115"/>
          <ac:cxnSpMkLst>
            <pc:docMk/>
            <pc:sldMk cId="2564623051" sldId="284"/>
            <ac:cxnSpMk id="16" creationId="{511FC409-B3C2-4F68-865C-C5333D6F2710}"/>
          </ac:cxnSpMkLst>
        </pc:cxnChg>
        <pc:cxnChg chg="del">
          <ac:chgData name="Abusultan, Khalid B" userId="S::kba180001@utdallas.edu::ce79ea59-c95a-435a-bf2d-74a5e3bd6484" providerId="AD" clId="Web-{1462C59F-8056-C000-2280-73AEE972FAE9}" dt="2021-05-07T00:04:39.901" v="115"/>
          <ac:cxnSpMkLst>
            <pc:docMk/>
            <pc:sldMk cId="2564623051" sldId="284"/>
            <ac:cxnSpMk id="18" creationId="{B810270D-76A7-44B3-9746-7EDF5788602E}"/>
          </ac:cxnSpMkLst>
        </pc:cxnChg>
        <pc:cxnChg chg="add del">
          <ac:chgData name="Abusultan, Khalid B" userId="S::kba180001@utdallas.edu::ce79ea59-c95a-435a-bf2d-74a5e3bd6484" providerId="AD" clId="Web-{1462C59F-8056-C000-2280-73AEE972FAE9}" dt="2021-05-07T00:08:05.460" v="160"/>
          <ac:cxnSpMkLst>
            <pc:docMk/>
            <pc:sldMk cId="2564623051" sldId="284"/>
            <ac:cxnSpMk id="23" creationId="{F64F9B95-9045-48D2-B9F3-2927E98F54AA}"/>
          </ac:cxnSpMkLst>
        </pc:cxnChg>
        <pc:cxnChg chg="add del">
          <ac:chgData name="Abusultan, Khalid B" userId="S::kba180001@utdallas.edu::ce79ea59-c95a-435a-bf2d-74a5e3bd6484" providerId="AD" clId="Web-{1462C59F-8056-C000-2280-73AEE972FAE9}" dt="2021-05-07T00:08:05.460" v="160"/>
          <ac:cxnSpMkLst>
            <pc:docMk/>
            <pc:sldMk cId="2564623051" sldId="284"/>
            <ac:cxnSpMk id="25" creationId="{085AA86F-6A4D-4BCB-A045-D992CDC2959B}"/>
          </ac:cxnSpMkLst>
        </pc:cxnChg>
        <pc:cxnChg chg="add del">
          <ac:chgData name="Abusultan, Khalid B" userId="S::kba180001@utdallas.edu::ce79ea59-c95a-435a-bf2d-74a5e3bd6484" providerId="AD" clId="Web-{1462C59F-8056-C000-2280-73AEE972FAE9}" dt="2021-05-07T00:08:05.460" v="160"/>
          <ac:cxnSpMkLst>
            <pc:docMk/>
            <pc:sldMk cId="2564623051" sldId="284"/>
            <ac:cxnSpMk id="29" creationId="{D2E57F3D-33BE-4306-87E6-245763719516}"/>
          </ac:cxnSpMkLst>
        </pc:cxnChg>
        <pc:cxnChg chg="add del">
          <ac:chgData name="Abusultan, Khalid B" userId="S::kba180001@utdallas.edu::ce79ea59-c95a-435a-bf2d-74a5e3bd6484" providerId="AD" clId="Web-{1462C59F-8056-C000-2280-73AEE972FAE9}" dt="2021-05-07T00:08:05.460" v="160"/>
          <ac:cxnSpMkLst>
            <pc:docMk/>
            <pc:sldMk cId="2564623051" sldId="284"/>
            <ac:cxnSpMk id="34" creationId="{F64F9B95-9045-48D2-B9F3-2927E98F54AA}"/>
          </ac:cxnSpMkLst>
        </pc:cxnChg>
        <pc:cxnChg chg="add del">
          <ac:chgData name="Abusultan, Khalid B" userId="S::kba180001@utdallas.edu::ce79ea59-c95a-435a-bf2d-74a5e3bd6484" providerId="AD" clId="Web-{1462C59F-8056-C000-2280-73AEE972FAE9}" dt="2021-05-07T00:08:05.460" v="160"/>
          <ac:cxnSpMkLst>
            <pc:docMk/>
            <pc:sldMk cId="2564623051" sldId="284"/>
            <ac:cxnSpMk id="36" creationId="{085AA86F-6A4D-4BCB-A045-D992CDC2959B}"/>
          </ac:cxnSpMkLst>
        </pc:cxnChg>
        <pc:cxnChg chg="add del">
          <ac:chgData name="Abusultan, Khalid B" userId="S::kba180001@utdallas.edu::ce79ea59-c95a-435a-bf2d-74a5e3bd6484" providerId="AD" clId="Web-{1462C59F-8056-C000-2280-73AEE972FAE9}" dt="2021-05-07T00:08:05.460" v="160"/>
          <ac:cxnSpMkLst>
            <pc:docMk/>
            <pc:sldMk cId="2564623051" sldId="284"/>
            <ac:cxnSpMk id="40" creationId="{99220B2C-6CE8-4619-B421-F58E16F610A0}"/>
          </ac:cxnSpMkLst>
        </pc:cxnChg>
      </pc:sldChg>
      <pc:sldChg chg="addSp delSp modSp">
        <pc:chgData name="Abusultan, Khalid B" userId="S::kba180001@utdallas.edu::ce79ea59-c95a-435a-bf2d-74a5e3bd6484" providerId="AD" clId="Web-{1462C59F-8056-C000-2280-73AEE972FAE9}" dt="2021-05-07T00:47:17.347" v="1086" actId="20577"/>
        <pc:sldMkLst>
          <pc:docMk/>
          <pc:sldMk cId="4068272287" sldId="285"/>
        </pc:sldMkLst>
        <pc:spChg chg="mod">
          <ac:chgData name="Abusultan, Khalid B" userId="S::kba180001@utdallas.edu::ce79ea59-c95a-435a-bf2d-74a5e3bd6484" providerId="AD" clId="Web-{1462C59F-8056-C000-2280-73AEE972FAE9}" dt="2021-05-07T00:40:23.542" v="855"/>
          <ac:spMkLst>
            <pc:docMk/>
            <pc:sldMk cId="4068272287" sldId="285"/>
            <ac:spMk id="2" creationId="{0AF82A7C-4C69-4C8F-BC86-07C0BA6E4A35}"/>
          </ac:spMkLst>
        </pc:spChg>
        <pc:spChg chg="mod">
          <ac:chgData name="Abusultan, Khalid B" userId="S::kba180001@utdallas.edu::ce79ea59-c95a-435a-bf2d-74a5e3bd6484" providerId="AD" clId="Web-{1462C59F-8056-C000-2280-73AEE972FAE9}" dt="2021-05-07T00:47:17.347" v="1086" actId="20577"/>
          <ac:spMkLst>
            <pc:docMk/>
            <pc:sldMk cId="4068272287" sldId="285"/>
            <ac:spMk id="4" creationId="{83130277-AF1E-422A-BFD0-0E80370F48C8}"/>
          </ac:spMkLst>
        </pc:spChg>
        <pc:spChg chg="del">
          <ac:chgData name="Abusultan, Khalid B" userId="S::kba180001@utdallas.edu::ce79ea59-c95a-435a-bf2d-74a5e3bd6484" providerId="AD" clId="Web-{1462C59F-8056-C000-2280-73AEE972FAE9}" dt="2021-05-07T00:40:23.542" v="855"/>
          <ac:spMkLst>
            <pc:docMk/>
            <pc:sldMk cId="4068272287" sldId="285"/>
            <ac:spMk id="18" creationId="{660EB578-C970-4186-B93C-45851BBC6E34}"/>
          </ac:spMkLst>
        </pc:spChg>
        <pc:spChg chg="add">
          <ac:chgData name="Abusultan, Khalid B" userId="S::kba180001@utdallas.edu::ce79ea59-c95a-435a-bf2d-74a5e3bd6484" providerId="AD" clId="Web-{1462C59F-8056-C000-2280-73AEE972FAE9}" dt="2021-05-07T00:40:23.542" v="855"/>
          <ac:spMkLst>
            <pc:docMk/>
            <pc:sldMk cId="4068272287" sldId="285"/>
            <ac:spMk id="30" creationId="{E49D7415-2F11-44C2-B6AA-13A25B6814B9}"/>
          </ac:spMkLst>
        </pc:spChg>
        <pc:picChg chg="mod ord">
          <ac:chgData name="Abusultan, Khalid B" userId="S::kba180001@utdallas.edu::ce79ea59-c95a-435a-bf2d-74a5e3bd6484" providerId="AD" clId="Web-{1462C59F-8056-C000-2280-73AEE972FAE9}" dt="2021-05-07T00:40:23.542" v="855"/>
          <ac:picMkLst>
            <pc:docMk/>
            <pc:sldMk cId="4068272287" sldId="285"/>
            <ac:picMk id="6" creationId="{C8299D40-69F4-46E9-9E58-8164010DE7BA}"/>
          </ac:picMkLst>
        </pc:picChg>
        <pc:cxnChg chg="del">
          <ac:chgData name="Abusultan, Khalid B" userId="S::kba180001@utdallas.edu::ce79ea59-c95a-435a-bf2d-74a5e3bd6484" providerId="AD" clId="Web-{1462C59F-8056-C000-2280-73AEE972FAE9}" dt="2021-05-07T00:40:23.542" v="855"/>
          <ac:cxnSpMkLst>
            <pc:docMk/>
            <pc:sldMk cId="4068272287" sldId="285"/>
            <ac:cxnSpMk id="14" creationId="{F64F9B95-9045-48D2-B9F3-2927E98F54AA}"/>
          </ac:cxnSpMkLst>
        </pc:cxnChg>
        <pc:cxnChg chg="del">
          <ac:chgData name="Abusultan, Khalid B" userId="S::kba180001@utdallas.edu::ce79ea59-c95a-435a-bf2d-74a5e3bd6484" providerId="AD" clId="Web-{1462C59F-8056-C000-2280-73AEE972FAE9}" dt="2021-05-07T00:40:23.542" v="855"/>
          <ac:cxnSpMkLst>
            <pc:docMk/>
            <pc:sldMk cId="4068272287" sldId="285"/>
            <ac:cxnSpMk id="16" creationId="{085AA86F-6A4D-4BCB-A045-D992CDC2959B}"/>
          </ac:cxnSpMkLst>
        </pc:cxnChg>
        <pc:cxnChg chg="del">
          <ac:chgData name="Abusultan, Khalid B" userId="S::kba180001@utdallas.edu::ce79ea59-c95a-435a-bf2d-74a5e3bd6484" providerId="AD" clId="Web-{1462C59F-8056-C000-2280-73AEE972FAE9}" dt="2021-05-07T00:40:23.542" v="855"/>
          <ac:cxnSpMkLst>
            <pc:docMk/>
            <pc:sldMk cId="4068272287" sldId="285"/>
            <ac:cxnSpMk id="20" creationId="{CDF57B02-07BB-407B-BB36-06D9C64A673E}"/>
          </ac:cxnSpMkLst>
        </pc:cxnChg>
        <pc:cxnChg chg="del">
          <ac:chgData name="Abusultan, Khalid B" userId="S::kba180001@utdallas.edu::ce79ea59-c95a-435a-bf2d-74a5e3bd6484" providerId="AD" clId="Web-{1462C59F-8056-C000-2280-73AEE972FAE9}" dt="2021-05-07T00:40:23.542" v="855"/>
          <ac:cxnSpMkLst>
            <pc:docMk/>
            <pc:sldMk cId="4068272287" sldId="285"/>
            <ac:cxnSpMk id="21" creationId="{C6855964-C920-48EB-8804-74291211C8A9}"/>
          </ac:cxnSpMkLst>
        </pc:cxnChg>
        <pc:cxnChg chg="add">
          <ac:chgData name="Abusultan, Khalid B" userId="S::kba180001@utdallas.edu::ce79ea59-c95a-435a-bf2d-74a5e3bd6484" providerId="AD" clId="Web-{1462C59F-8056-C000-2280-73AEE972FAE9}" dt="2021-05-07T00:40:23.542" v="855"/>
          <ac:cxnSpMkLst>
            <pc:docMk/>
            <pc:sldMk cId="4068272287" sldId="285"/>
            <ac:cxnSpMk id="26" creationId="{F64F9B95-9045-48D2-B9F3-2927E98F54AA}"/>
          </ac:cxnSpMkLst>
        </pc:cxnChg>
        <pc:cxnChg chg="add">
          <ac:chgData name="Abusultan, Khalid B" userId="S::kba180001@utdallas.edu::ce79ea59-c95a-435a-bf2d-74a5e3bd6484" providerId="AD" clId="Web-{1462C59F-8056-C000-2280-73AEE972FAE9}" dt="2021-05-07T00:40:23.542" v="855"/>
          <ac:cxnSpMkLst>
            <pc:docMk/>
            <pc:sldMk cId="4068272287" sldId="285"/>
            <ac:cxnSpMk id="28" creationId="{085AA86F-6A4D-4BCB-A045-D992CDC2959B}"/>
          </ac:cxnSpMkLst>
        </pc:cxnChg>
        <pc:cxnChg chg="add">
          <ac:chgData name="Abusultan, Khalid B" userId="S::kba180001@utdallas.edu::ce79ea59-c95a-435a-bf2d-74a5e3bd6484" providerId="AD" clId="Web-{1462C59F-8056-C000-2280-73AEE972FAE9}" dt="2021-05-07T00:40:23.542" v="855"/>
          <ac:cxnSpMkLst>
            <pc:docMk/>
            <pc:sldMk cId="4068272287" sldId="285"/>
            <ac:cxnSpMk id="32" creationId="{D2E57F3D-33BE-4306-87E6-245763719516}"/>
          </ac:cxnSpMkLst>
        </pc:cxnChg>
      </pc:sldChg>
      <pc:sldChg chg="add del replId">
        <pc:chgData name="Abusultan, Khalid B" userId="S::kba180001@utdallas.edu::ce79ea59-c95a-435a-bf2d-74a5e3bd6484" providerId="AD" clId="Web-{1462C59F-8056-C000-2280-73AEE972FAE9}" dt="2021-05-07T00:16:34.553" v="516"/>
        <pc:sldMkLst>
          <pc:docMk/>
          <pc:sldMk cId="2540830758" sldId="290"/>
        </pc:sldMkLst>
      </pc:sldChg>
      <pc:sldChg chg="addSp delSp modSp new">
        <pc:chgData name="Abusultan, Khalid B" userId="S::kba180001@utdallas.edu::ce79ea59-c95a-435a-bf2d-74a5e3bd6484" providerId="AD" clId="Web-{1462C59F-8056-C000-2280-73AEE972FAE9}" dt="2021-05-07T00:46:05.983" v="1079" actId="14100"/>
        <pc:sldMkLst>
          <pc:docMk/>
          <pc:sldMk cId="2336302834" sldId="291"/>
        </pc:sldMkLst>
        <pc:spChg chg="del">
          <ac:chgData name="Abusultan, Khalid B" userId="S::kba180001@utdallas.edu::ce79ea59-c95a-435a-bf2d-74a5e3bd6484" providerId="AD" clId="Web-{1462C59F-8056-C000-2280-73AEE972FAE9}" dt="2021-05-07T00:11:39.238" v="260"/>
          <ac:spMkLst>
            <pc:docMk/>
            <pc:sldMk cId="2336302834" sldId="291"/>
            <ac:spMk id="2" creationId="{B951375B-B968-4CDF-AAFE-A185EDB14BAF}"/>
          </ac:spMkLst>
        </pc:spChg>
        <pc:spChg chg="del">
          <ac:chgData name="Abusultan, Khalid B" userId="S::kba180001@utdallas.edu::ce79ea59-c95a-435a-bf2d-74a5e3bd6484" providerId="AD" clId="Web-{1462C59F-8056-C000-2280-73AEE972FAE9}" dt="2021-05-07T00:10:13.015" v="242"/>
          <ac:spMkLst>
            <pc:docMk/>
            <pc:sldMk cId="2336302834" sldId="291"/>
            <ac:spMk id="3" creationId="{C3E164AF-B5DD-480A-BDEC-E81C2160BA32}"/>
          </ac:spMkLst>
        </pc:spChg>
        <pc:spChg chg="del">
          <ac:chgData name="Abusultan, Khalid B" userId="S::kba180001@utdallas.edu::ce79ea59-c95a-435a-bf2d-74a5e3bd6484" providerId="AD" clId="Web-{1462C59F-8056-C000-2280-73AEE972FAE9}" dt="2021-05-07T00:11:45.286" v="261"/>
          <ac:spMkLst>
            <pc:docMk/>
            <pc:sldMk cId="2336302834" sldId="291"/>
            <ac:spMk id="4" creationId="{036C0734-9948-4A2A-B3B0-EB0C85ACF831}"/>
          </ac:spMkLst>
        </pc:spChg>
        <pc:spChg chg="add del mod">
          <ac:chgData name="Abusultan, Khalid B" userId="S::kba180001@utdallas.edu::ce79ea59-c95a-435a-bf2d-74a5e3bd6484" providerId="AD" clId="Web-{1462C59F-8056-C000-2280-73AEE972FAE9}" dt="2021-05-07T00:10:44.298" v="249"/>
          <ac:spMkLst>
            <pc:docMk/>
            <pc:sldMk cId="2336302834" sldId="291"/>
            <ac:spMk id="9" creationId="{6BD0DF4A-FC0F-4150-86B8-4ABFAC1852E5}"/>
          </ac:spMkLst>
        </pc:spChg>
        <pc:spChg chg="add mod">
          <ac:chgData name="Abusultan, Khalid B" userId="S::kba180001@utdallas.edu::ce79ea59-c95a-435a-bf2d-74a5e3bd6484" providerId="AD" clId="Web-{1462C59F-8056-C000-2280-73AEE972FAE9}" dt="2021-05-07T00:46:05.983" v="1079" actId="14100"/>
          <ac:spMkLst>
            <pc:docMk/>
            <pc:sldMk cId="2336302834" sldId="291"/>
            <ac:spMk id="13" creationId="{EC41745A-1762-4C32-AA6F-6D65BBABAB22}"/>
          </ac:spMkLst>
        </pc:spChg>
        <pc:spChg chg="add mod">
          <ac:chgData name="Abusultan, Khalid B" userId="S::kba180001@utdallas.edu::ce79ea59-c95a-435a-bf2d-74a5e3bd6484" providerId="AD" clId="Web-{1462C59F-8056-C000-2280-73AEE972FAE9}" dt="2021-05-07T00:13:51.246" v="311"/>
          <ac:spMkLst>
            <pc:docMk/>
            <pc:sldMk cId="2336302834" sldId="291"/>
            <ac:spMk id="14" creationId="{0D7F2099-6111-4B6F-88A4-78C380B74A1B}"/>
          </ac:spMkLst>
        </pc:spChg>
        <pc:picChg chg="add del mod ord modCrop">
          <ac:chgData name="Abusultan, Khalid B" userId="S::kba180001@utdallas.edu::ce79ea59-c95a-435a-bf2d-74a5e3bd6484" providerId="AD" clId="Web-{1462C59F-8056-C000-2280-73AEE972FAE9}" dt="2021-05-07T00:10:41.048" v="248"/>
          <ac:picMkLst>
            <pc:docMk/>
            <pc:sldMk cId="2336302834" sldId="291"/>
            <ac:picMk id="5" creationId="{E18C2427-12BE-49A0-851D-C73144083C27}"/>
          </ac:picMkLst>
        </pc:picChg>
        <pc:picChg chg="add del mod">
          <ac:chgData name="Abusultan, Khalid B" userId="S::kba180001@utdallas.edu::ce79ea59-c95a-435a-bf2d-74a5e3bd6484" providerId="AD" clId="Web-{1462C59F-8056-C000-2280-73AEE972FAE9}" dt="2021-05-07T00:12:00.271" v="267"/>
          <ac:picMkLst>
            <pc:docMk/>
            <pc:sldMk cId="2336302834" sldId="291"/>
            <ac:picMk id="6" creationId="{562F9C47-704D-45C2-B569-7EF9215ED9F2}"/>
          </ac:picMkLst>
        </pc:picChg>
        <pc:picChg chg="add mod">
          <ac:chgData name="Abusultan, Khalid B" userId="S::kba180001@utdallas.edu::ce79ea59-c95a-435a-bf2d-74a5e3bd6484" providerId="AD" clId="Web-{1462C59F-8056-C000-2280-73AEE972FAE9}" dt="2021-05-07T00:12:35.320" v="275" actId="1076"/>
          <ac:picMkLst>
            <pc:docMk/>
            <pc:sldMk cId="2336302834" sldId="291"/>
            <ac:picMk id="7" creationId="{F444A874-1D34-476C-ABA1-69EDE06163A4}"/>
          </ac:picMkLst>
        </pc:picChg>
        <pc:picChg chg="add del mod">
          <ac:chgData name="Abusultan, Khalid B" userId="S::kba180001@utdallas.edu::ce79ea59-c95a-435a-bf2d-74a5e3bd6484" providerId="AD" clId="Web-{1462C59F-8056-C000-2280-73AEE972FAE9}" dt="2021-05-07T00:11:01.877" v="253"/>
          <ac:picMkLst>
            <pc:docMk/>
            <pc:sldMk cId="2336302834" sldId="291"/>
            <ac:picMk id="10" creationId="{A78A6C41-981C-4A8F-8257-205BFA21AFFF}"/>
          </ac:picMkLst>
        </pc:picChg>
        <pc:picChg chg="add mod">
          <ac:chgData name="Abusultan, Khalid B" userId="S::kba180001@utdallas.edu::ce79ea59-c95a-435a-bf2d-74a5e3bd6484" providerId="AD" clId="Web-{1462C59F-8056-C000-2280-73AEE972FAE9}" dt="2021-05-07T00:11:47.692" v="262" actId="1076"/>
          <ac:picMkLst>
            <pc:docMk/>
            <pc:sldMk cId="2336302834" sldId="291"/>
            <ac:picMk id="11" creationId="{FEAE6919-6139-4C19-ABC2-14FA29E83741}"/>
          </ac:picMkLst>
        </pc:picChg>
        <pc:picChg chg="add mod">
          <ac:chgData name="Abusultan, Khalid B" userId="S::kba180001@utdallas.edu::ce79ea59-c95a-435a-bf2d-74a5e3bd6484" providerId="AD" clId="Web-{1462C59F-8056-C000-2280-73AEE972FAE9}" dt="2021-05-07T00:12:28.757" v="273" actId="14100"/>
          <ac:picMkLst>
            <pc:docMk/>
            <pc:sldMk cId="2336302834" sldId="291"/>
            <ac:picMk id="12" creationId="{9C88F2C8-DD29-46B9-9E16-0271222FF649}"/>
          </ac:picMkLst>
        </pc:picChg>
      </pc:sldChg>
    </pc:docChg>
  </pc:docChgLst>
  <pc:docChgLst>
    <pc:chgData name="Lewis, Travious Devonte" userId="S::tdl190000@utdallas.edu::41cc8488-0096-4825-91c3-869bc2655d5c" providerId="AD" clId="Web-{B8E66B96-EF42-61CE-C473-13A39A05B511}"/>
    <pc:docChg chg="modSld">
      <pc:chgData name="Lewis, Travious Devonte" userId="S::tdl190000@utdallas.edu::41cc8488-0096-4825-91c3-869bc2655d5c" providerId="AD" clId="Web-{B8E66B96-EF42-61CE-C473-13A39A05B511}" dt="2021-03-26T00:55:52.226" v="5" actId="20577"/>
      <pc:docMkLst>
        <pc:docMk/>
      </pc:docMkLst>
      <pc:sldChg chg="modSp">
        <pc:chgData name="Lewis, Travious Devonte" userId="S::tdl190000@utdallas.edu::41cc8488-0096-4825-91c3-869bc2655d5c" providerId="AD" clId="Web-{B8E66B96-EF42-61CE-C473-13A39A05B511}" dt="2021-03-26T00:55:52.226" v="5" actId="20577"/>
        <pc:sldMkLst>
          <pc:docMk/>
          <pc:sldMk cId="1863704192" sldId="278"/>
        </pc:sldMkLst>
        <pc:spChg chg="mod">
          <ac:chgData name="Lewis, Travious Devonte" userId="S::tdl190000@utdallas.edu::41cc8488-0096-4825-91c3-869bc2655d5c" providerId="AD" clId="Web-{B8E66B96-EF42-61CE-C473-13A39A05B511}" dt="2021-03-26T00:55:49.637" v="4" actId="20577"/>
          <ac:spMkLst>
            <pc:docMk/>
            <pc:sldMk cId="1863704192" sldId="278"/>
            <ac:spMk id="3" creationId="{00000000-0000-0000-0000-000000000000}"/>
          </ac:spMkLst>
        </pc:spChg>
        <pc:spChg chg="mod">
          <ac:chgData name="Lewis, Travious Devonte" userId="S::tdl190000@utdallas.edu::41cc8488-0096-4825-91c3-869bc2655d5c" providerId="AD" clId="Web-{B8E66B96-EF42-61CE-C473-13A39A05B511}" dt="2021-03-26T00:55:52.226" v="5" actId="20577"/>
          <ac:spMkLst>
            <pc:docMk/>
            <pc:sldMk cId="1863704192" sldId="278"/>
            <ac:spMk id="4" creationId="{0496BAA6-CAA1-4B8C-B9B5-967DC4DF7CB5}"/>
          </ac:spMkLst>
        </pc:spChg>
      </pc:sldChg>
    </pc:docChg>
  </pc:docChgLst>
  <pc:docChgLst>
    <pc:chgData name="Garikapati, Chetan" userId="S::cxg190009@utdallas.edu::4ff8657e-9e93-4a9a-964f-4061f1db0a14" providerId="AD" clId="Web-{4E35D284-C988-B999-7AD8-B1FF4B6526F7}"/>
    <pc:docChg chg="delSld">
      <pc:chgData name="Garikapati, Chetan" userId="S::cxg190009@utdallas.edu::4ff8657e-9e93-4a9a-964f-4061f1db0a14" providerId="AD" clId="Web-{4E35D284-C988-B999-7AD8-B1FF4B6526F7}" dt="2021-03-26T00:04:51.818" v="1"/>
      <pc:docMkLst>
        <pc:docMk/>
      </pc:docMkLst>
      <pc:sldChg chg="delCm">
        <pc:chgData name="Garikapati, Chetan" userId="S::cxg190009@utdallas.edu::4ff8657e-9e93-4a9a-964f-4061f1db0a14" providerId="AD" clId="Web-{4E35D284-C988-B999-7AD8-B1FF4B6526F7}" dt="2021-03-26T00:04:51.818" v="1"/>
        <pc:sldMkLst>
          <pc:docMk/>
          <pc:sldMk cId="2656086263" sldId="257"/>
        </pc:sldMkLst>
      </pc:sldChg>
      <pc:sldChg chg="del">
        <pc:chgData name="Garikapati, Chetan" userId="S::cxg190009@utdallas.edu::4ff8657e-9e93-4a9a-964f-4061f1db0a14" providerId="AD" clId="Web-{4E35D284-C988-B999-7AD8-B1FF4B6526F7}" dt="2021-03-26T00:03:49.895" v="0"/>
        <pc:sldMkLst>
          <pc:docMk/>
          <pc:sldMk cId="2854720949" sldId="268"/>
        </pc:sldMkLst>
      </pc:sldChg>
    </pc:docChg>
  </pc:docChgLst>
  <pc:docChgLst>
    <pc:chgData name="Alur Gowdru, Monish" userId="S::mxa190025@utdallas.edu::98c260fb-ab82-4aef-848a-9e7556f86ace" providerId="AD" clId="Web-{6D0532C9-3F1A-9717-F887-FB16DE05C852}"/>
    <pc:docChg chg="delSld modSld">
      <pc:chgData name="Alur Gowdru, Monish" userId="S::mxa190025@utdallas.edu::98c260fb-ab82-4aef-848a-9e7556f86ace" providerId="AD" clId="Web-{6D0532C9-3F1A-9717-F887-FB16DE05C852}" dt="2021-05-06T23:21:19.531" v="10" actId="20577"/>
      <pc:docMkLst>
        <pc:docMk/>
      </pc:docMkLst>
      <pc:sldChg chg="del">
        <pc:chgData name="Alur Gowdru, Monish" userId="S::mxa190025@utdallas.edu::98c260fb-ab82-4aef-848a-9e7556f86ace" providerId="AD" clId="Web-{6D0532C9-3F1A-9717-F887-FB16DE05C852}" dt="2021-05-06T23:15:24.025" v="4"/>
        <pc:sldMkLst>
          <pc:docMk/>
          <pc:sldMk cId="3100630331" sldId="260"/>
        </pc:sldMkLst>
      </pc:sldChg>
      <pc:sldChg chg="modSp">
        <pc:chgData name="Alur Gowdru, Monish" userId="S::mxa190025@utdallas.edu::98c260fb-ab82-4aef-848a-9e7556f86ace" providerId="AD" clId="Web-{6D0532C9-3F1A-9717-F887-FB16DE05C852}" dt="2021-05-06T23:21:19.531" v="10" actId="20577"/>
        <pc:sldMkLst>
          <pc:docMk/>
          <pc:sldMk cId="4045720544" sldId="266"/>
        </pc:sldMkLst>
        <pc:spChg chg="mod">
          <ac:chgData name="Alur Gowdru, Monish" userId="S::mxa190025@utdallas.edu::98c260fb-ab82-4aef-848a-9e7556f86ace" providerId="AD" clId="Web-{6D0532C9-3F1A-9717-F887-FB16DE05C852}" dt="2021-05-06T23:21:19.531" v="10" actId="20577"/>
          <ac:spMkLst>
            <pc:docMk/>
            <pc:sldMk cId="4045720544" sldId="266"/>
            <ac:spMk id="2" creationId="{24020AB7-BA90-4FA3-9801-2114BA7D0F31}"/>
          </ac:spMkLst>
        </pc:spChg>
      </pc:sldChg>
      <pc:sldChg chg="del">
        <pc:chgData name="Alur Gowdru, Monish" userId="S::mxa190025@utdallas.edu::98c260fb-ab82-4aef-848a-9e7556f86ace" providerId="AD" clId="Web-{6D0532C9-3F1A-9717-F887-FB16DE05C852}" dt="2021-05-06T23:15:27.494" v="5"/>
        <pc:sldMkLst>
          <pc:docMk/>
          <pc:sldMk cId="2608011688" sldId="277"/>
        </pc:sldMkLst>
      </pc:sldChg>
      <pc:sldChg chg="modSp">
        <pc:chgData name="Alur Gowdru, Monish" userId="S::mxa190025@utdallas.edu::98c260fb-ab82-4aef-848a-9e7556f86ace" providerId="AD" clId="Web-{6D0532C9-3F1A-9717-F887-FB16DE05C852}" dt="2021-05-06T23:10:52.727" v="3" actId="20577"/>
        <pc:sldMkLst>
          <pc:docMk/>
          <pc:sldMk cId="2734421059" sldId="286"/>
        </pc:sldMkLst>
        <pc:spChg chg="mod">
          <ac:chgData name="Alur Gowdru, Monish" userId="S::mxa190025@utdallas.edu::98c260fb-ab82-4aef-848a-9e7556f86ace" providerId="AD" clId="Web-{6D0532C9-3F1A-9717-F887-FB16DE05C852}" dt="2021-05-06T23:10:52.727" v="3" actId="20577"/>
          <ac:spMkLst>
            <pc:docMk/>
            <pc:sldMk cId="2734421059" sldId="286"/>
            <ac:spMk id="13" creationId="{7354B7BD-4156-4668-8342-95EAC0221547}"/>
          </ac:spMkLst>
        </pc:spChg>
      </pc:sldChg>
    </pc:docChg>
  </pc:docChgLst>
  <pc:docChgLst>
    <pc:chgData name="Hoang, Giakhanh Huu" userId="S::ghh170030@utdallas.edu::3d19a85f-6c23-4f56-ba13-75e3a3c6a83a" providerId="AD" clId="Web-{7760C59F-E096-B000-E45E-8C3D0636A1E0}"/>
    <pc:docChg chg="delSld modSld">
      <pc:chgData name="Hoang, Giakhanh Huu" userId="S::ghh170030@utdallas.edu::3d19a85f-6c23-4f56-ba13-75e3a3c6a83a" providerId="AD" clId="Web-{7760C59F-E096-B000-E45E-8C3D0636A1E0}" dt="2021-05-06T23:23:19.540" v="6"/>
      <pc:docMkLst>
        <pc:docMk/>
      </pc:docMkLst>
      <pc:sldChg chg="modSp del">
        <pc:chgData name="Hoang, Giakhanh Huu" userId="S::ghh170030@utdallas.edu::3d19a85f-6c23-4f56-ba13-75e3a3c6a83a" providerId="AD" clId="Web-{7760C59F-E096-B000-E45E-8C3D0636A1E0}" dt="2021-05-06T23:20:32.766" v="5"/>
        <pc:sldMkLst>
          <pc:docMk/>
          <pc:sldMk cId="1007471639" sldId="282"/>
        </pc:sldMkLst>
        <pc:spChg chg="mod">
          <ac:chgData name="Hoang, Giakhanh Huu" userId="S::ghh170030@utdallas.edu::3d19a85f-6c23-4f56-ba13-75e3a3c6a83a" providerId="AD" clId="Web-{7760C59F-E096-B000-E45E-8C3D0636A1E0}" dt="2021-05-06T23:19:18.544" v="4" actId="20577"/>
          <ac:spMkLst>
            <pc:docMk/>
            <pc:sldMk cId="1007471639" sldId="282"/>
            <ac:spMk id="3" creationId="{60F72C77-0091-45E0-AF11-F550F500FF28}"/>
          </ac:spMkLst>
        </pc:spChg>
      </pc:sldChg>
      <pc:sldChg chg="modSp del">
        <pc:chgData name="Hoang, Giakhanh Huu" userId="S::ghh170030@utdallas.edu::3d19a85f-6c23-4f56-ba13-75e3a3c6a83a" providerId="AD" clId="Web-{7760C59F-E096-B000-E45E-8C3D0636A1E0}" dt="2021-05-06T23:23:19.540" v="6"/>
        <pc:sldMkLst>
          <pc:docMk/>
          <pc:sldMk cId="592925250" sldId="283"/>
        </pc:sldMkLst>
        <pc:spChg chg="mod">
          <ac:chgData name="Hoang, Giakhanh Huu" userId="S::ghh170030@utdallas.edu::3d19a85f-6c23-4f56-ba13-75e3a3c6a83a" providerId="AD" clId="Web-{7760C59F-E096-B000-E45E-8C3D0636A1E0}" dt="2021-05-06T22:55:04.609" v="2" actId="20577"/>
          <ac:spMkLst>
            <pc:docMk/>
            <pc:sldMk cId="592925250" sldId="283"/>
            <ac:spMk id="3" creationId="{35A70956-2544-428F-8AA8-E76A47805A95}"/>
          </ac:spMkLst>
        </pc:spChg>
      </pc:sldChg>
    </pc:docChg>
  </pc:docChgLst>
  <pc:docChgLst>
    <pc:chgData name="Abusultan, Khalid B" userId="S::kba180001@utdallas.edu::ce79ea59-c95a-435a-bf2d-74a5e3bd6484" providerId="AD" clId="Web-{1CE2B79F-4087-B000-DCA6-804C6333A54D}"/>
    <pc:docChg chg="delSld modSld">
      <pc:chgData name="Abusultan, Khalid B" userId="S::kba180001@utdallas.edu::ce79ea59-c95a-435a-bf2d-74a5e3bd6484" providerId="AD" clId="Web-{1CE2B79F-4087-B000-DCA6-804C6333A54D}" dt="2021-03-26T00:36:35.360" v="2"/>
      <pc:docMkLst>
        <pc:docMk/>
      </pc:docMkLst>
      <pc:sldChg chg="del">
        <pc:chgData name="Abusultan, Khalid B" userId="S::kba180001@utdallas.edu::ce79ea59-c95a-435a-bf2d-74a5e3bd6484" providerId="AD" clId="Web-{1CE2B79F-4087-B000-DCA6-804C6333A54D}" dt="2021-03-26T00:36:35.360" v="2"/>
        <pc:sldMkLst>
          <pc:docMk/>
          <pc:sldMk cId="811317878" sldId="258"/>
        </pc:sldMkLst>
      </pc:sldChg>
      <pc:sldChg chg="modSp">
        <pc:chgData name="Abusultan, Khalid B" userId="S::kba180001@utdallas.edu::ce79ea59-c95a-435a-bf2d-74a5e3bd6484" providerId="AD" clId="Web-{1CE2B79F-4087-B000-DCA6-804C6333A54D}" dt="2021-03-26T00:36:24.219" v="1" actId="20577"/>
        <pc:sldMkLst>
          <pc:docMk/>
          <pc:sldMk cId="1698611002" sldId="275"/>
        </pc:sldMkLst>
        <pc:spChg chg="mod">
          <ac:chgData name="Abusultan, Khalid B" userId="S::kba180001@utdallas.edu::ce79ea59-c95a-435a-bf2d-74a5e3bd6484" providerId="AD" clId="Web-{1CE2B79F-4087-B000-DCA6-804C6333A54D}" dt="2021-03-26T00:36:24.219" v="1" actId="20577"/>
          <ac:spMkLst>
            <pc:docMk/>
            <pc:sldMk cId="1698611002" sldId="275"/>
            <ac:spMk id="3" creationId="{C633FD4D-B130-47BE-8D03-74A973F889A5}"/>
          </ac:spMkLst>
        </pc:spChg>
      </pc:sldChg>
    </pc:docChg>
  </pc:docChgLst>
  <pc:docChgLst>
    <pc:chgData name="Alur Gowdru, Monish" userId="S::mxa190025@utdallas.edu::98c260fb-ab82-4aef-848a-9e7556f86ace" providerId="AD" clId="Web-{19E3B79F-004B-B000-E18E-AF68BE9FF0FC}"/>
    <pc:docChg chg="modSld">
      <pc:chgData name="Alur Gowdru, Monish" userId="S::mxa190025@utdallas.edu::98c260fb-ab82-4aef-848a-9e7556f86ace" providerId="AD" clId="Web-{19E3B79F-004B-B000-E18E-AF68BE9FF0FC}" dt="2021-03-26T01:01:04.144" v="21" actId="1076"/>
      <pc:docMkLst>
        <pc:docMk/>
      </pc:docMkLst>
      <pc:sldChg chg="delSp modSp">
        <pc:chgData name="Alur Gowdru, Monish" userId="S::mxa190025@utdallas.edu::98c260fb-ab82-4aef-848a-9e7556f86ace" providerId="AD" clId="Web-{19E3B79F-004B-B000-E18E-AF68BE9FF0FC}" dt="2021-03-26T01:01:04.144" v="21" actId="1076"/>
        <pc:sldMkLst>
          <pc:docMk/>
          <pc:sldMk cId="3100630331" sldId="260"/>
        </pc:sldMkLst>
        <pc:spChg chg="mod">
          <ac:chgData name="Alur Gowdru, Monish" userId="S::mxa190025@utdallas.edu::98c260fb-ab82-4aef-848a-9e7556f86ace" providerId="AD" clId="Web-{19E3B79F-004B-B000-E18E-AF68BE9FF0FC}" dt="2021-03-26T01:00:31.018" v="14" actId="20577"/>
          <ac:spMkLst>
            <pc:docMk/>
            <pc:sldMk cId="3100630331" sldId="260"/>
            <ac:spMk id="23" creationId="{332B1787-CAD9-4139-B2E1-A1BDEFCCB0D6}"/>
          </ac:spMkLst>
        </pc:spChg>
        <pc:spChg chg="mod">
          <ac:chgData name="Alur Gowdru, Monish" userId="S::mxa190025@utdallas.edu::98c260fb-ab82-4aef-848a-9e7556f86ace" providerId="AD" clId="Web-{19E3B79F-004B-B000-E18E-AF68BE9FF0FC}" dt="2021-03-26T01:00:40.128" v="16" actId="20577"/>
          <ac:spMkLst>
            <pc:docMk/>
            <pc:sldMk cId="3100630331" sldId="260"/>
            <ac:spMk id="29" creationId="{59619B46-272E-49DD-9C99-9C7DC19D0076}"/>
          </ac:spMkLst>
        </pc:spChg>
        <pc:spChg chg="mod">
          <ac:chgData name="Alur Gowdru, Monish" userId="S::mxa190025@utdallas.edu::98c260fb-ab82-4aef-848a-9e7556f86ace" providerId="AD" clId="Web-{19E3B79F-004B-B000-E18E-AF68BE9FF0FC}" dt="2021-03-26T01:00:50.675" v="18" actId="20577"/>
          <ac:spMkLst>
            <pc:docMk/>
            <pc:sldMk cId="3100630331" sldId="260"/>
            <ac:spMk id="30" creationId="{101DCDE4-CC84-4D14-8E5E-9ABF6C02FDA3}"/>
          </ac:spMkLst>
        </pc:spChg>
        <pc:spChg chg="mod">
          <ac:chgData name="Alur Gowdru, Monish" userId="S::mxa190025@utdallas.edu::98c260fb-ab82-4aef-848a-9e7556f86ace" providerId="AD" clId="Web-{19E3B79F-004B-B000-E18E-AF68BE9FF0FC}" dt="2021-03-26T01:00:55.644" v="20" actId="20577"/>
          <ac:spMkLst>
            <pc:docMk/>
            <pc:sldMk cId="3100630331" sldId="260"/>
            <ac:spMk id="31" creationId="{6640DF96-FB83-482D-8826-41F5086BB3FC}"/>
          </ac:spMkLst>
        </pc:spChg>
        <pc:picChg chg="mod">
          <ac:chgData name="Alur Gowdru, Monish" userId="S::mxa190025@utdallas.edu::98c260fb-ab82-4aef-848a-9e7556f86ace" providerId="AD" clId="Web-{19E3B79F-004B-B000-E18E-AF68BE9FF0FC}" dt="2021-03-26T01:01:04.144" v="21" actId="1076"/>
          <ac:picMkLst>
            <pc:docMk/>
            <pc:sldMk cId="3100630331" sldId="260"/>
            <ac:picMk id="22" creationId="{FD21CA68-9653-4568-A6E5-D95AF703474C}"/>
          </ac:picMkLst>
        </pc:picChg>
        <pc:picChg chg="del">
          <ac:chgData name="Alur Gowdru, Monish" userId="S::mxa190025@utdallas.edu::98c260fb-ab82-4aef-848a-9e7556f86ace" providerId="AD" clId="Web-{19E3B79F-004B-B000-E18E-AF68BE9FF0FC}" dt="2021-03-26T00:55:40.168" v="5"/>
          <ac:picMkLst>
            <pc:docMk/>
            <pc:sldMk cId="3100630331" sldId="260"/>
            <ac:picMk id="25" creationId="{757B4248-063C-49C6-8D4E-05DCA1935D7A}"/>
          </ac:picMkLst>
        </pc:picChg>
      </pc:sldChg>
      <pc:sldChg chg="modSp">
        <pc:chgData name="Alur Gowdru, Monish" userId="S::mxa190025@utdallas.edu::98c260fb-ab82-4aef-848a-9e7556f86ace" providerId="AD" clId="Web-{19E3B79F-004B-B000-E18E-AF68BE9FF0FC}" dt="2021-03-26T00:54:16.228" v="2" actId="20577"/>
        <pc:sldMkLst>
          <pc:docMk/>
          <pc:sldMk cId="4045720544" sldId="266"/>
        </pc:sldMkLst>
        <pc:spChg chg="mod">
          <ac:chgData name="Alur Gowdru, Monish" userId="S::mxa190025@utdallas.edu::98c260fb-ab82-4aef-848a-9e7556f86ace" providerId="AD" clId="Web-{19E3B79F-004B-B000-E18E-AF68BE9FF0FC}" dt="2021-03-26T00:54:16.228" v="2" actId="20577"/>
          <ac:spMkLst>
            <pc:docMk/>
            <pc:sldMk cId="4045720544" sldId="266"/>
            <ac:spMk id="3" creationId="{435D551E-E157-498F-BA4A-30FFCAE32BBB}"/>
          </ac:spMkLst>
        </pc:spChg>
      </pc:sldChg>
      <pc:sldChg chg="modSp">
        <pc:chgData name="Alur Gowdru, Monish" userId="S::mxa190025@utdallas.edu::98c260fb-ab82-4aef-848a-9e7556f86ace" providerId="AD" clId="Web-{19E3B79F-004B-B000-E18E-AF68BE9FF0FC}" dt="2021-03-26T00:54:27.322" v="4" actId="20577"/>
        <pc:sldMkLst>
          <pc:docMk/>
          <pc:sldMk cId="2608011688" sldId="277"/>
        </pc:sldMkLst>
        <pc:spChg chg="mod">
          <ac:chgData name="Alur Gowdru, Monish" userId="S::mxa190025@utdallas.edu::98c260fb-ab82-4aef-848a-9e7556f86ace" providerId="AD" clId="Web-{19E3B79F-004B-B000-E18E-AF68BE9FF0FC}" dt="2021-03-26T00:54:27.322" v="4" actId="20577"/>
          <ac:spMkLst>
            <pc:docMk/>
            <pc:sldMk cId="2608011688" sldId="277"/>
            <ac:spMk id="3" creationId="{551BA47F-B34F-4572-91F2-356810F05F83}"/>
          </ac:spMkLst>
        </pc:spChg>
      </pc:sldChg>
      <pc:sldChg chg="modSp">
        <pc:chgData name="Alur Gowdru, Monish" userId="S::mxa190025@utdallas.edu::98c260fb-ab82-4aef-848a-9e7556f86ace" providerId="AD" clId="Web-{19E3B79F-004B-B000-E18E-AF68BE9FF0FC}" dt="2021-03-26T00:57:04.576" v="10" actId="20577"/>
        <pc:sldMkLst>
          <pc:docMk/>
          <pc:sldMk cId="1863704192" sldId="278"/>
        </pc:sldMkLst>
        <pc:spChg chg="mod">
          <ac:chgData name="Alur Gowdru, Monish" userId="S::mxa190025@utdallas.edu::98c260fb-ab82-4aef-848a-9e7556f86ace" providerId="AD" clId="Web-{19E3B79F-004B-B000-E18E-AF68BE9FF0FC}" dt="2021-03-26T00:57:04.576" v="10" actId="20577"/>
          <ac:spMkLst>
            <pc:docMk/>
            <pc:sldMk cId="1863704192" sldId="278"/>
            <ac:spMk id="3" creationId="{00000000-0000-0000-0000-000000000000}"/>
          </ac:spMkLst>
        </pc:spChg>
      </pc:sldChg>
    </pc:docChg>
  </pc:docChgLst>
  <pc:docChgLst>
    <pc:chgData name="Lewis, Travious Devonte" userId="S::tdl190000@utdallas.edu::41cc8488-0096-4825-91c3-869bc2655d5c" providerId="AD" clId="Web-{9826C49F-90EA-B000-E3D5-4B62A8E865E6}"/>
    <pc:docChg chg="modSld">
      <pc:chgData name="Lewis, Travious Devonte" userId="S::tdl190000@utdallas.edu::41cc8488-0096-4825-91c3-869bc2655d5c" providerId="AD" clId="Web-{9826C49F-90EA-B000-E3D5-4B62A8E865E6}" dt="2021-05-03T03:21:14.709" v="2" actId="20577"/>
      <pc:docMkLst>
        <pc:docMk/>
      </pc:docMkLst>
      <pc:sldChg chg="modSp">
        <pc:chgData name="Lewis, Travious Devonte" userId="S::tdl190000@utdallas.edu::41cc8488-0096-4825-91c3-869bc2655d5c" providerId="AD" clId="Web-{9826C49F-90EA-B000-E3D5-4B62A8E865E6}" dt="2021-05-03T03:21:14.709" v="2" actId="20577"/>
        <pc:sldMkLst>
          <pc:docMk/>
          <pc:sldMk cId="1863704192" sldId="278"/>
        </pc:sldMkLst>
        <pc:spChg chg="mod">
          <ac:chgData name="Lewis, Travious Devonte" userId="S::tdl190000@utdallas.edu::41cc8488-0096-4825-91c3-869bc2655d5c" providerId="AD" clId="Web-{9826C49F-90EA-B000-E3D5-4B62A8E865E6}" dt="2021-05-03T03:21:14.709" v="2" actId="20577"/>
          <ac:spMkLst>
            <pc:docMk/>
            <pc:sldMk cId="1863704192" sldId="278"/>
            <ac:spMk id="6" creationId="{0A252E51-1DF2-494D-A862-3A9ED446D85C}"/>
          </ac:spMkLst>
        </pc:spChg>
      </pc:sldChg>
    </pc:docChg>
  </pc:docChgLst>
  <pc:docChgLst>
    <pc:chgData name="Garikapati, Chetan" userId="S::cxg190009@utdallas.edu::4ff8657e-9e93-4a9a-964f-4061f1db0a14" providerId="AD" clId="Web-{BF98C59F-C052-C000-2280-72A42D159D55}"/>
    <pc:docChg chg="modSld">
      <pc:chgData name="Garikapati, Chetan" userId="S::cxg190009@utdallas.edu::4ff8657e-9e93-4a9a-964f-4061f1db0a14" providerId="AD" clId="Web-{BF98C59F-C052-C000-2280-72A42D159D55}" dt="2021-05-07T15:15:35.289" v="50" actId="20577"/>
      <pc:docMkLst>
        <pc:docMk/>
      </pc:docMkLst>
      <pc:sldChg chg="modSp">
        <pc:chgData name="Garikapati, Chetan" userId="S::cxg190009@utdallas.edu::4ff8657e-9e93-4a9a-964f-4061f1db0a14" providerId="AD" clId="Web-{BF98C59F-C052-C000-2280-72A42D159D55}" dt="2021-05-07T15:15:35.289" v="50" actId="20577"/>
        <pc:sldMkLst>
          <pc:docMk/>
          <pc:sldMk cId="4045720544" sldId="266"/>
        </pc:sldMkLst>
        <pc:spChg chg="mod">
          <ac:chgData name="Garikapati, Chetan" userId="S::cxg190009@utdallas.edu::4ff8657e-9e93-4a9a-964f-4061f1db0a14" providerId="AD" clId="Web-{BF98C59F-C052-C000-2280-72A42D159D55}" dt="2021-05-07T15:15:35.289" v="50" actId="20577"/>
          <ac:spMkLst>
            <pc:docMk/>
            <pc:sldMk cId="4045720544" sldId="266"/>
            <ac:spMk id="3" creationId="{435D551E-E157-498F-BA4A-30FFCAE32BBB}"/>
          </ac:spMkLst>
        </pc:spChg>
      </pc:sldChg>
    </pc:docChg>
  </pc:docChgLst>
  <pc:docChgLst>
    <pc:chgData name="Hoang, Giakhanh Huu" userId="S::ghh170030@utdallas.edu::3d19a85f-6c23-4f56-ba13-75e3a3c6a83a" providerId="AD" clId="Web-{1BE2B79F-90EC-B000-E20A-FEB3D0F19D91}"/>
    <pc:docChg chg="delSld modSld">
      <pc:chgData name="Hoang, Giakhanh Huu" userId="S::ghh170030@utdallas.edu::3d19a85f-6c23-4f56-ba13-75e3a3c6a83a" providerId="AD" clId="Web-{1BE2B79F-90EC-B000-E20A-FEB3D0F19D91}" dt="2021-03-26T00:57:38.277" v="188" actId="14100"/>
      <pc:docMkLst>
        <pc:docMk/>
      </pc:docMkLst>
      <pc:sldChg chg="del">
        <pc:chgData name="Hoang, Giakhanh Huu" userId="S::ghh170030@utdallas.edu::3d19a85f-6c23-4f56-ba13-75e3a3c6a83a" providerId="AD" clId="Web-{1BE2B79F-90EC-B000-E20A-FEB3D0F19D91}" dt="2021-03-26T00:36:58.716" v="19"/>
        <pc:sldMkLst>
          <pc:docMk/>
          <pc:sldMk cId="764657135" sldId="261"/>
        </pc:sldMkLst>
      </pc:sldChg>
      <pc:sldChg chg="addSp modSp del">
        <pc:chgData name="Hoang, Giakhanh Huu" userId="S::ghh170030@utdallas.edu::3d19a85f-6c23-4f56-ba13-75e3a3c6a83a" providerId="AD" clId="Web-{1BE2B79F-90EC-B000-E20A-FEB3D0F19D91}" dt="2021-03-26T00:53:17.053" v="181"/>
        <pc:sldMkLst>
          <pc:docMk/>
          <pc:sldMk cId="665774082" sldId="262"/>
        </pc:sldMkLst>
        <pc:spChg chg="mod">
          <ac:chgData name="Hoang, Giakhanh Huu" userId="S::ghh170030@utdallas.edu::3d19a85f-6c23-4f56-ba13-75e3a3c6a83a" providerId="AD" clId="Web-{1BE2B79F-90EC-B000-E20A-FEB3D0F19D91}" dt="2021-03-26T00:50:30.705" v="170" actId="20577"/>
          <ac:spMkLst>
            <pc:docMk/>
            <pc:sldMk cId="665774082" sldId="262"/>
            <ac:spMk id="3" creationId="{00000000-0000-0000-0000-000000000000}"/>
          </ac:spMkLst>
        </pc:spChg>
        <pc:spChg chg="add mod">
          <ac:chgData name="Hoang, Giakhanh Huu" userId="S::ghh170030@utdallas.edu::3d19a85f-6c23-4f56-ba13-75e3a3c6a83a" providerId="AD" clId="Web-{1BE2B79F-90EC-B000-E20A-FEB3D0F19D91}" dt="2021-03-26T00:49:29.907" v="108" actId="1076"/>
          <ac:spMkLst>
            <pc:docMk/>
            <pc:sldMk cId="665774082" sldId="262"/>
            <ac:spMk id="4" creationId="{0496BAA6-CAA1-4B8C-B9B5-967DC4DF7CB5}"/>
          </ac:spMkLst>
        </pc:spChg>
        <pc:spChg chg="add mod">
          <ac:chgData name="Hoang, Giakhanh Huu" userId="S::ghh170030@utdallas.edu::3d19a85f-6c23-4f56-ba13-75e3a3c6a83a" providerId="AD" clId="Web-{1BE2B79F-90EC-B000-E20A-FEB3D0F19D91}" dt="2021-03-26T00:50:18.127" v="165" actId="1076"/>
          <ac:spMkLst>
            <pc:docMk/>
            <pc:sldMk cId="665774082" sldId="262"/>
            <ac:spMk id="5" creationId="{5460430E-DFBB-48BD-8CF2-042958A30B10}"/>
          </ac:spMkLst>
        </pc:spChg>
      </pc:sldChg>
      <pc:sldChg chg="modSp modNotes">
        <pc:chgData name="Hoang, Giakhanh Huu" userId="S::ghh170030@utdallas.edu::3d19a85f-6c23-4f56-ba13-75e3a3c6a83a" providerId="AD" clId="Web-{1BE2B79F-90EC-B000-E20A-FEB3D0F19D91}" dt="2021-03-26T00:36:03.153" v="18"/>
        <pc:sldMkLst>
          <pc:docMk/>
          <pc:sldMk cId="3027236061" sldId="263"/>
        </pc:sldMkLst>
        <pc:spChg chg="mod">
          <ac:chgData name="Hoang, Giakhanh Huu" userId="S::ghh170030@utdallas.edu::3d19a85f-6c23-4f56-ba13-75e3a3c6a83a" providerId="AD" clId="Web-{1BE2B79F-90EC-B000-E20A-FEB3D0F19D91}" dt="2021-03-26T00:35:56.527" v="16" actId="20577"/>
          <ac:spMkLst>
            <pc:docMk/>
            <pc:sldMk cId="3027236061" sldId="263"/>
            <ac:spMk id="3" creationId="{B62C3965-838C-46BD-AD58-89BB7A5B740E}"/>
          </ac:spMkLst>
        </pc:spChg>
      </pc:sldChg>
      <pc:sldChg chg="modSp">
        <pc:chgData name="Hoang, Giakhanh Huu" userId="S::ghh170030@utdallas.edu::3d19a85f-6c23-4f56-ba13-75e3a3c6a83a" providerId="AD" clId="Web-{1BE2B79F-90EC-B000-E20A-FEB3D0F19D91}" dt="2021-03-26T00:57:38.277" v="188" actId="14100"/>
        <pc:sldMkLst>
          <pc:docMk/>
          <pc:sldMk cId="1863704192" sldId="278"/>
        </pc:sldMkLst>
        <pc:spChg chg="mod">
          <ac:chgData name="Hoang, Giakhanh Huu" userId="S::ghh170030@utdallas.edu::3d19a85f-6c23-4f56-ba13-75e3a3c6a83a" providerId="AD" clId="Web-{1BE2B79F-90EC-B000-E20A-FEB3D0F19D91}" dt="2021-03-26T00:57:38.277" v="188" actId="14100"/>
          <ac:spMkLst>
            <pc:docMk/>
            <pc:sldMk cId="1863704192" sldId="278"/>
            <ac:spMk id="3" creationId="{00000000-0000-0000-0000-000000000000}"/>
          </ac:spMkLst>
        </pc:spChg>
      </pc:sldChg>
    </pc:docChg>
  </pc:docChgLst>
  <pc:docChgLst>
    <pc:chgData name="Abusultan, Khalid B" userId="S::kba180001@utdallas.edu::ce79ea59-c95a-435a-bf2d-74a5e3bd6484" providerId="AD" clId="Web-{F31DC59F-00CF-B000-E4D4-CA63CEB4946C}"/>
    <pc:docChg chg="modSld">
      <pc:chgData name="Abusultan, Khalid B" userId="S::kba180001@utdallas.edu::ce79ea59-c95a-435a-bf2d-74a5e3bd6484" providerId="AD" clId="Web-{F31DC59F-00CF-B000-E4D4-CA63CEB4946C}" dt="2021-05-06T03:23:26.635" v="0"/>
      <pc:docMkLst>
        <pc:docMk/>
      </pc:docMkLst>
      <pc:sldChg chg="mod modShow">
        <pc:chgData name="Abusultan, Khalid B" userId="S::kba180001@utdallas.edu::ce79ea59-c95a-435a-bf2d-74a5e3bd6484" providerId="AD" clId="Web-{F31DC59F-00CF-B000-E4D4-CA63CEB4946C}" dt="2021-05-06T03:23:26.635" v="0"/>
        <pc:sldMkLst>
          <pc:docMk/>
          <pc:sldMk cId="2566059167" sldId="276"/>
        </pc:sldMkLst>
      </pc:sldChg>
    </pc:docChg>
  </pc:docChgLst>
  <pc:docChgLst>
    <pc:chgData name="Abusultan, Khalid B" userId="S::kba180001@utdallas.edu::ce79ea59-c95a-435a-bf2d-74a5e3bd6484" providerId="AD" clId="Web-{5708C59F-E080-C000-079B-D7AF711F8980}"/>
    <pc:docChg chg="addSld delSld modSld sldOrd">
      <pc:chgData name="Abusultan, Khalid B" userId="S::kba180001@utdallas.edu::ce79ea59-c95a-435a-bf2d-74a5e3bd6484" providerId="AD" clId="Web-{5708C59F-E080-C000-079B-D7AF711F8980}" dt="2021-05-05T21:31:36.279" v="327"/>
      <pc:docMkLst>
        <pc:docMk/>
      </pc:docMkLst>
      <pc:sldChg chg="modSp del">
        <pc:chgData name="Abusultan, Khalid B" userId="S::kba180001@utdallas.edu::ce79ea59-c95a-435a-bf2d-74a5e3bd6484" providerId="AD" clId="Web-{5708C59F-E080-C000-079B-D7AF711F8980}" dt="2021-05-05T21:30:39.901" v="326"/>
        <pc:sldMkLst>
          <pc:docMk/>
          <pc:sldMk cId="3121165075" sldId="256"/>
        </pc:sldMkLst>
        <pc:spChg chg="mod">
          <ac:chgData name="Abusultan, Khalid B" userId="S::kba180001@utdallas.edu::ce79ea59-c95a-435a-bf2d-74a5e3bd6484" providerId="AD" clId="Web-{5708C59F-E080-C000-079B-D7AF711F8980}" dt="2021-05-05T21:29:35.350" v="309" actId="20577"/>
          <ac:spMkLst>
            <pc:docMk/>
            <pc:sldMk cId="3121165075" sldId="256"/>
            <ac:spMk id="3" creationId="{22F594E0-6A46-4789-8BB7-81C164DD1994}"/>
          </ac:spMkLst>
        </pc:spChg>
      </pc:sldChg>
      <pc:sldChg chg="mod modShow">
        <pc:chgData name="Abusultan, Khalid B" userId="S::kba180001@utdallas.edu::ce79ea59-c95a-435a-bf2d-74a5e3bd6484" providerId="AD" clId="Web-{5708C59F-E080-C000-079B-D7AF711F8980}" dt="2021-05-05T21:31:36.279" v="327"/>
        <pc:sldMkLst>
          <pc:docMk/>
          <pc:sldMk cId="2829665158" sldId="269"/>
        </pc:sldMkLst>
      </pc:sldChg>
      <pc:sldChg chg="modSp">
        <pc:chgData name="Abusultan, Khalid B" userId="S::kba180001@utdallas.edu::ce79ea59-c95a-435a-bf2d-74a5e3bd6484" providerId="AD" clId="Web-{5708C59F-E080-C000-079B-D7AF711F8980}" dt="2021-05-05T21:28:48.144" v="302" actId="20577"/>
        <pc:sldMkLst>
          <pc:docMk/>
          <pc:sldMk cId="2566059167" sldId="276"/>
        </pc:sldMkLst>
        <pc:spChg chg="mod">
          <ac:chgData name="Abusultan, Khalid B" userId="S::kba180001@utdallas.edu::ce79ea59-c95a-435a-bf2d-74a5e3bd6484" providerId="AD" clId="Web-{5708C59F-E080-C000-079B-D7AF711F8980}" dt="2021-05-05T21:28:48.144" v="302" actId="20577"/>
          <ac:spMkLst>
            <pc:docMk/>
            <pc:sldMk cId="2566059167" sldId="276"/>
            <ac:spMk id="3" creationId="{C18FDDA6-8D15-46B0-8E5F-D92C65E95F65}"/>
          </ac:spMkLst>
        </pc:spChg>
      </pc:sldChg>
      <pc:sldChg chg="addSp delSp modSp new mod setBg">
        <pc:chgData name="Abusultan, Khalid B" userId="S::kba180001@utdallas.edu::ce79ea59-c95a-435a-bf2d-74a5e3bd6484" providerId="AD" clId="Web-{5708C59F-E080-C000-079B-D7AF711F8980}" dt="2021-05-05T21:28:03.032" v="298" actId="20577"/>
        <pc:sldMkLst>
          <pc:docMk/>
          <pc:sldMk cId="2564623051" sldId="284"/>
        </pc:sldMkLst>
        <pc:spChg chg="mod">
          <ac:chgData name="Abusultan, Khalid B" userId="S::kba180001@utdallas.edu::ce79ea59-c95a-435a-bf2d-74a5e3bd6484" providerId="AD" clId="Web-{5708C59F-E080-C000-079B-D7AF711F8980}" dt="2021-05-05T21:23:59.455" v="230" actId="20577"/>
          <ac:spMkLst>
            <pc:docMk/>
            <pc:sldMk cId="2564623051" sldId="284"/>
            <ac:spMk id="2" creationId="{C8AD3C64-91D7-451A-94D3-C38E3BCC33D5}"/>
          </ac:spMkLst>
        </pc:spChg>
        <pc:spChg chg="del">
          <ac:chgData name="Abusultan, Khalid B" userId="S::kba180001@utdallas.edu::ce79ea59-c95a-435a-bf2d-74a5e3bd6484" providerId="AD" clId="Web-{5708C59F-E080-C000-079B-D7AF711F8980}" dt="2021-05-05T21:16:25.272" v="1"/>
          <ac:spMkLst>
            <pc:docMk/>
            <pc:sldMk cId="2564623051" sldId="284"/>
            <ac:spMk id="3" creationId="{7D4FE404-54E4-45DB-9B96-3E49090DF603}"/>
          </ac:spMkLst>
        </pc:spChg>
        <pc:spChg chg="mod">
          <ac:chgData name="Abusultan, Khalid B" userId="S::kba180001@utdallas.edu::ce79ea59-c95a-435a-bf2d-74a5e3bd6484" providerId="AD" clId="Web-{5708C59F-E080-C000-079B-D7AF711F8980}" dt="2021-05-05T21:28:03.032" v="298" actId="20577"/>
          <ac:spMkLst>
            <pc:docMk/>
            <pc:sldMk cId="2564623051" sldId="284"/>
            <ac:spMk id="4" creationId="{97B17C08-155A-4507-8557-5F14A5D1C8A4}"/>
          </ac:spMkLst>
        </pc:spChg>
        <pc:spChg chg="add">
          <ac:chgData name="Abusultan, Khalid B" userId="S::kba180001@utdallas.edu::ce79ea59-c95a-435a-bf2d-74a5e3bd6484" providerId="AD" clId="Web-{5708C59F-E080-C000-079B-D7AF711F8980}" dt="2021-05-05T21:16:38.179" v="2"/>
          <ac:spMkLst>
            <pc:docMk/>
            <pc:sldMk cId="2564623051" sldId="284"/>
            <ac:spMk id="14" creationId="{E49D7415-2F11-44C2-B6AA-13A25B6814B9}"/>
          </ac:spMkLst>
        </pc:spChg>
        <pc:picChg chg="add mod ord modCrop">
          <ac:chgData name="Abusultan, Khalid B" userId="S::kba180001@utdallas.edu::ce79ea59-c95a-435a-bf2d-74a5e3bd6484" providerId="AD" clId="Web-{5708C59F-E080-C000-079B-D7AF711F8980}" dt="2021-05-05T21:16:38.179" v="2"/>
          <ac:picMkLst>
            <pc:docMk/>
            <pc:sldMk cId="2564623051" sldId="284"/>
            <ac:picMk id="5" creationId="{40D2C1ED-C073-4132-A607-367625021365}"/>
          </ac:picMkLst>
        </pc:picChg>
        <pc:cxnChg chg="add">
          <ac:chgData name="Abusultan, Khalid B" userId="S::kba180001@utdallas.edu::ce79ea59-c95a-435a-bf2d-74a5e3bd6484" providerId="AD" clId="Web-{5708C59F-E080-C000-079B-D7AF711F8980}" dt="2021-05-05T21:16:38.179" v="2"/>
          <ac:cxnSpMkLst>
            <pc:docMk/>
            <pc:sldMk cId="2564623051" sldId="284"/>
            <ac:cxnSpMk id="10" creationId="{F64F9B95-9045-48D2-B9F3-2927E98F54AA}"/>
          </ac:cxnSpMkLst>
        </pc:cxnChg>
        <pc:cxnChg chg="add">
          <ac:chgData name="Abusultan, Khalid B" userId="S::kba180001@utdallas.edu::ce79ea59-c95a-435a-bf2d-74a5e3bd6484" providerId="AD" clId="Web-{5708C59F-E080-C000-079B-D7AF711F8980}" dt="2021-05-05T21:16:38.179" v="2"/>
          <ac:cxnSpMkLst>
            <pc:docMk/>
            <pc:sldMk cId="2564623051" sldId="284"/>
            <ac:cxnSpMk id="12" creationId="{085AA86F-6A4D-4BCB-A045-D992CDC2959B}"/>
          </ac:cxnSpMkLst>
        </pc:cxnChg>
        <pc:cxnChg chg="add">
          <ac:chgData name="Abusultan, Khalid B" userId="S::kba180001@utdallas.edu::ce79ea59-c95a-435a-bf2d-74a5e3bd6484" providerId="AD" clId="Web-{5708C59F-E080-C000-079B-D7AF711F8980}" dt="2021-05-05T21:16:38.179" v="2"/>
          <ac:cxnSpMkLst>
            <pc:docMk/>
            <pc:sldMk cId="2564623051" sldId="284"/>
            <ac:cxnSpMk id="16" creationId="{511FC409-B3C2-4F68-865C-C5333D6F2710}"/>
          </ac:cxnSpMkLst>
        </pc:cxnChg>
        <pc:cxnChg chg="add">
          <ac:chgData name="Abusultan, Khalid B" userId="S::kba180001@utdallas.edu::ce79ea59-c95a-435a-bf2d-74a5e3bd6484" providerId="AD" clId="Web-{5708C59F-E080-C000-079B-D7AF711F8980}" dt="2021-05-05T21:16:38.179" v="2"/>
          <ac:cxnSpMkLst>
            <pc:docMk/>
            <pc:sldMk cId="2564623051" sldId="284"/>
            <ac:cxnSpMk id="18" creationId="{B810270D-76A7-44B3-9746-7EDF5788602E}"/>
          </ac:cxnSpMkLst>
        </pc:cxnChg>
      </pc:sldChg>
      <pc:sldChg chg="addSp delSp modSp new mod ord setBg">
        <pc:chgData name="Abusultan, Khalid B" userId="S::kba180001@utdallas.edu::ce79ea59-c95a-435a-bf2d-74a5e3bd6484" providerId="AD" clId="Web-{5708C59F-E080-C000-079B-D7AF711F8980}" dt="2021-05-05T21:30:29.650" v="325" actId="20577"/>
        <pc:sldMkLst>
          <pc:docMk/>
          <pc:sldMk cId="4068272287" sldId="285"/>
        </pc:sldMkLst>
        <pc:spChg chg="mod">
          <ac:chgData name="Abusultan, Khalid B" userId="S::kba180001@utdallas.edu::ce79ea59-c95a-435a-bf2d-74a5e3bd6484" providerId="AD" clId="Web-{5708C59F-E080-C000-079B-D7AF711F8980}" dt="2021-05-05T21:30:18.900" v="322" actId="20577"/>
          <ac:spMkLst>
            <pc:docMk/>
            <pc:sldMk cId="4068272287" sldId="285"/>
            <ac:spMk id="2" creationId="{0AF82A7C-4C69-4C8F-BC86-07C0BA6E4A35}"/>
          </ac:spMkLst>
        </pc:spChg>
        <pc:spChg chg="add del">
          <ac:chgData name="Abusultan, Khalid B" userId="S::kba180001@utdallas.edu::ce79ea59-c95a-435a-bf2d-74a5e3bd6484" providerId="AD" clId="Web-{5708C59F-E080-C000-079B-D7AF711F8980}" dt="2021-05-05T21:30:10.696" v="320"/>
          <ac:spMkLst>
            <pc:docMk/>
            <pc:sldMk cId="4068272287" sldId="285"/>
            <ac:spMk id="3" creationId="{1789E7E3-A914-4077-84A5-E1031423EA5C}"/>
          </ac:spMkLst>
        </pc:spChg>
        <pc:spChg chg="mod ord">
          <ac:chgData name="Abusultan, Khalid B" userId="S::kba180001@utdallas.edu::ce79ea59-c95a-435a-bf2d-74a5e3bd6484" providerId="AD" clId="Web-{5708C59F-E080-C000-079B-D7AF711F8980}" dt="2021-05-05T21:30:29.650" v="325" actId="20577"/>
          <ac:spMkLst>
            <pc:docMk/>
            <pc:sldMk cId="4068272287" sldId="285"/>
            <ac:spMk id="4" creationId="{83130277-AF1E-422A-BFD0-0E80370F48C8}"/>
          </ac:spMkLst>
        </pc:spChg>
        <pc:spChg chg="add del">
          <ac:chgData name="Abusultan, Khalid B" userId="S::kba180001@utdallas.edu::ce79ea59-c95a-435a-bf2d-74a5e3bd6484" providerId="AD" clId="Web-{5708C59F-E080-C000-079B-D7AF711F8980}" dt="2021-05-05T21:30:10.696" v="319"/>
          <ac:spMkLst>
            <pc:docMk/>
            <pc:sldMk cId="4068272287" sldId="285"/>
            <ac:spMk id="10" creationId="{E49D7415-2F11-44C2-B6AA-13A25B6814B9}"/>
          </ac:spMkLst>
        </pc:spChg>
        <pc:spChg chg="add del">
          <ac:chgData name="Abusultan, Khalid B" userId="S::kba180001@utdallas.edu::ce79ea59-c95a-435a-bf2d-74a5e3bd6484" providerId="AD" clId="Web-{5708C59F-E080-C000-079B-D7AF711F8980}" dt="2021-05-05T21:30:05.071" v="317"/>
          <ac:spMkLst>
            <pc:docMk/>
            <pc:sldMk cId="4068272287" sldId="285"/>
            <ac:spMk id="15" creationId="{E49D7415-2F11-44C2-B6AA-13A25B6814B9}"/>
          </ac:spMkLst>
        </pc:spChg>
        <pc:spChg chg="add">
          <ac:chgData name="Abusultan, Khalid B" userId="S::kba180001@utdallas.edu::ce79ea59-c95a-435a-bf2d-74a5e3bd6484" providerId="AD" clId="Web-{5708C59F-E080-C000-079B-D7AF711F8980}" dt="2021-05-05T21:30:10.696" v="320"/>
          <ac:spMkLst>
            <pc:docMk/>
            <pc:sldMk cId="4068272287" sldId="285"/>
            <ac:spMk id="18" creationId="{660EB578-C970-4186-B93C-45851BBC6E34}"/>
          </ac:spMkLst>
        </pc:spChg>
        <pc:picChg chg="add mod">
          <ac:chgData name="Abusultan, Khalid B" userId="S::kba180001@utdallas.edu::ce79ea59-c95a-435a-bf2d-74a5e3bd6484" providerId="AD" clId="Web-{5708C59F-E080-C000-079B-D7AF711F8980}" dt="2021-05-05T21:30:10.696" v="320"/>
          <ac:picMkLst>
            <pc:docMk/>
            <pc:sldMk cId="4068272287" sldId="285"/>
            <ac:picMk id="6" creationId="{C8299D40-69F4-46E9-9E58-8164010DE7BA}"/>
          </ac:picMkLst>
        </pc:picChg>
        <pc:cxnChg chg="add del">
          <ac:chgData name="Abusultan, Khalid B" userId="S::kba180001@utdallas.edu::ce79ea59-c95a-435a-bf2d-74a5e3bd6484" providerId="AD" clId="Web-{5708C59F-E080-C000-079B-D7AF711F8980}" dt="2021-05-05T21:30:10.696" v="319"/>
          <ac:cxnSpMkLst>
            <pc:docMk/>
            <pc:sldMk cId="4068272287" sldId="285"/>
            <ac:cxnSpMk id="8" creationId="{F64F9B95-9045-48D2-B9F3-2927E98F54AA}"/>
          </ac:cxnSpMkLst>
        </pc:cxnChg>
        <pc:cxnChg chg="add del">
          <ac:chgData name="Abusultan, Khalid B" userId="S::kba180001@utdallas.edu::ce79ea59-c95a-435a-bf2d-74a5e3bd6484" providerId="AD" clId="Web-{5708C59F-E080-C000-079B-D7AF711F8980}" dt="2021-05-05T21:30:10.696" v="319"/>
          <ac:cxnSpMkLst>
            <pc:docMk/>
            <pc:sldMk cId="4068272287" sldId="285"/>
            <ac:cxnSpMk id="9" creationId="{085AA86F-6A4D-4BCB-A045-D992CDC2959B}"/>
          </ac:cxnSpMkLst>
        </pc:cxnChg>
        <pc:cxnChg chg="add del">
          <ac:chgData name="Abusultan, Khalid B" userId="S::kba180001@utdallas.edu::ce79ea59-c95a-435a-bf2d-74a5e3bd6484" providerId="AD" clId="Web-{5708C59F-E080-C000-079B-D7AF711F8980}" dt="2021-05-05T21:30:05.071" v="317"/>
          <ac:cxnSpMkLst>
            <pc:docMk/>
            <pc:sldMk cId="4068272287" sldId="285"/>
            <ac:cxnSpMk id="11" creationId="{F64F9B95-9045-48D2-B9F3-2927E98F54AA}"/>
          </ac:cxnSpMkLst>
        </pc:cxnChg>
        <pc:cxnChg chg="add del">
          <ac:chgData name="Abusultan, Khalid B" userId="S::kba180001@utdallas.edu::ce79ea59-c95a-435a-bf2d-74a5e3bd6484" providerId="AD" clId="Web-{5708C59F-E080-C000-079B-D7AF711F8980}" dt="2021-05-05T21:30:10.696" v="319"/>
          <ac:cxnSpMkLst>
            <pc:docMk/>
            <pc:sldMk cId="4068272287" sldId="285"/>
            <ac:cxnSpMk id="12" creationId="{D2E57F3D-33BE-4306-87E6-245763719516}"/>
          </ac:cxnSpMkLst>
        </pc:cxnChg>
        <pc:cxnChg chg="add del">
          <ac:chgData name="Abusultan, Khalid B" userId="S::kba180001@utdallas.edu::ce79ea59-c95a-435a-bf2d-74a5e3bd6484" providerId="AD" clId="Web-{5708C59F-E080-C000-079B-D7AF711F8980}" dt="2021-05-05T21:30:05.071" v="317"/>
          <ac:cxnSpMkLst>
            <pc:docMk/>
            <pc:sldMk cId="4068272287" sldId="285"/>
            <ac:cxnSpMk id="13" creationId="{085AA86F-6A4D-4BCB-A045-D992CDC2959B}"/>
          </ac:cxnSpMkLst>
        </pc:cxnChg>
        <pc:cxnChg chg="add">
          <ac:chgData name="Abusultan, Khalid B" userId="S::kba180001@utdallas.edu::ce79ea59-c95a-435a-bf2d-74a5e3bd6484" providerId="AD" clId="Web-{5708C59F-E080-C000-079B-D7AF711F8980}" dt="2021-05-05T21:30:10.696" v="320"/>
          <ac:cxnSpMkLst>
            <pc:docMk/>
            <pc:sldMk cId="4068272287" sldId="285"/>
            <ac:cxnSpMk id="14" creationId="{F64F9B95-9045-48D2-B9F3-2927E98F54AA}"/>
          </ac:cxnSpMkLst>
        </pc:cxnChg>
        <pc:cxnChg chg="add">
          <ac:chgData name="Abusultan, Khalid B" userId="S::kba180001@utdallas.edu::ce79ea59-c95a-435a-bf2d-74a5e3bd6484" providerId="AD" clId="Web-{5708C59F-E080-C000-079B-D7AF711F8980}" dt="2021-05-05T21:30:10.696" v="320"/>
          <ac:cxnSpMkLst>
            <pc:docMk/>
            <pc:sldMk cId="4068272287" sldId="285"/>
            <ac:cxnSpMk id="16" creationId="{085AA86F-6A4D-4BCB-A045-D992CDC2959B}"/>
          </ac:cxnSpMkLst>
        </pc:cxnChg>
        <pc:cxnChg chg="add del">
          <ac:chgData name="Abusultan, Khalid B" userId="S::kba180001@utdallas.edu::ce79ea59-c95a-435a-bf2d-74a5e3bd6484" providerId="AD" clId="Web-{5708C59F-E080-C000-079B-D7AF711F8980}" dt="2021-05-05T21:30:05.071" v="317"/>
          <ac:cxnSpMkLst>
            <pc:docMk/>
            <pc:sldMk cId="4068272287" sldId="285"/>
            <ac:cxnSpMk id="17" creationId="{511FC409-B3C2-4F68-865C-C5333D6F2710}"/>
          </ac:cxnSpMkLst>
        </pc:cxnChg>
        <pc:cxnChg chg="add del">
          <ac:chgData name="Abusultan, Khalid B" userId="S::kba180001@utdallas.edu::ce79ea59-c95a-435a-bf2d-74a5e3bd6484" providerId="AD" clId="Web-{5708C59F-E080-C000-079B-D7AF711F8980}" dt="2021-05-05T21:30:05.071" v="317"/>
          <ac:cxnSpMkLst>
            <pc:docMk/>
            <pc:sldMk cId="4068272287" sldId="285"/>
            <ac:cxnSpMk id="19" creationId="{B810270D-76A7-44B3-9746-7EDF5788602E}"/>
          </ac:cxnSpMkLst>
        </pc:cxnChg>
        <pc:cxnChg chg="add">
          <ac:chgData name="Abusultan, Khalid B" userId="S::kba180001@utdallas.edu::ce79ea59-c95a-435a-bf2d-74a5e3bd6484" providerId="AD" clId="Web-{5708C59F-E080-C000-079B-D7AF711F8980}" dt="2021-05-05T21:30:10.696" v="320"/>
          <ac:cxnSpMkLst>
            <pc:docMk/>
            <pc:sldMk cId="4068272287" sldId="285"/>
            <ac:cxnSpMk id="20" creationId="{CDF57B02-07BB-407B-BB36-06D9C64A673E}"/>
          </ac:cxnSpMkLst>
        </pc:cxnChg>
        <pc:cxnChg chg="add">
          <ac:chgData name="Abusultan, Khalid B" userId="S::kba180001@utdallas.edu::ce79ea59-c95a-435a-bf2d-74a5e3bd6484" providerId="AD" clId="Web-{5708C59F-E080-C000-079B-D7AF711F8980}" dt="2021-05-05T21:30:10.696" v="320"/>
          <ac:cxnSpMkLst>
            <pc:docMk/>
            <pc:sldMk cId="4068272287" sldId="285"/>
            <ac:cxnSpMk id="21" creationId="{C6855964-C920-48EB-8804-74291211C8A9}"/>
          </ac:cxnSpMkLst>
        </pc:cxnChg>
      </pc:sldChg>
    </pc:docChg>
  </pc:docChgLst>
  <pc:docChgLst>
    <pc:chgData name="Alur Gowdru, Monish" userId="S::mxa190025@utdallas.edu::98c260fb-ab82-4aef-848a-9e7556f86ace" providerId="AD" clId="Web-{76A13768-1327-2659-0BA6-A3998F49B522}"/>
    <pc:docChg chg="addSld delSld modSld">
      <pc:chgData name="Alur Gowdru, Monish" userId="S::mxa190025@utdallas.edu::98c260fb-ab82-4aef-848a-9e7556f86ace" providerId="AD" clId="Web-{76A13768-1327-2659-0BA6-A3998F49B522}" dt="2021-05-04T23:28:30.592" v="24" actId="20577"/>
      <pc:docMkLst>
        <pc:docMk/>
      </pc:docMkLst>
      <pc:sldChg chg="addSp modSp new">
        <pc:chgData name="Alur Gowdru, Monish" userId="S::mxa190025@utdallas.edu::98c260fb-ab82-4aef-848a-9e7556f86ace" providerId="AD" clId="Web-{76A13768-1327-2659-0BA6-A3998F49B522}" dt="2021-05-04T22:59:21.405" v="8" actId="20577"/>
        <pc:sldMkLst>
          <pc:docMk/>
          <pc:sldMk cId="82136708" sldId="279"/>
        </pc:sldMkLst>
        <pc:spChg chg="add mod">
          <ac:chgData name="Alur Gowdru, Monish" userId="S::mxa190025@utdallas.edu::98c260fb-ab82-4aef-848a-9e7556f86ace" providerId="AD" clId="Web-{76A13768-1327-2659-0BA6-A3998F49B522}" dt="2021-05-04T22:59:21.405" v="8" actId="20577"/>
          <ac:spMkLst>
            <pc:docMk/>
            <pc:sldMk cId="82136708" sldId="279"/>
            <ac:spMk id="2" creationId="{6B4A93D9-84CB-4931-AA52-A79B241AC89C}"/>
          </ac:spMkLst>
        </pc:spChg>
      </pc:sldChg>
      <pc:sldChg chg="addSp modSp new">
        <pc:chgData name="Alur Gowdru, Monish" userId="S::mxa190025@utdallas.edu::98c260fb-ab82-4aef-848a-9e7556f86ace" providerId="AD" clId="Web-{76A13768-1327-2659-0BA6-A3998F49B522}" dt="2021-05-04T23:28:30.592" v="24" actId="20577"/>
        <pc:sldMkLst>
          <pc:docMk/>
          <pc:sldMk cId="992307511" sldId="280"/>
        </pc:sldMkLst>
        <pc:spChg chg="add mod">
          <ac:chgData name="Alur Gowdru, Monish" userId="S::mxa190025@utdallas.edu::98c260fb-ab82-4aef-848a-9e7556f86ace" providerId="AD" clId="Web-{76A13768-1327-2659-0BA6-A3998F49B522}" dt="2021-05-04T23:28:30.592" v="24" actId="20577"/>
          <ac:spMkLst>
            <pc:docMk/>
            <pc:sldMk cId="992307511" sldId="280"/>
            <ac:spMk id="2" creationId="{46EDF3EF-2E3A-438A-95CB-4AEB7D5F74E8}"/>
          </ac:spMkLst>
        </pc:spChg>
      </pc:sldChg>
      <pc:sldChg chg="new del">
        <pc:chgData name="Alur Gowdru, Monish" userId="S::mxa190025@utdallas.edu::98c260fb-ab82-4aef-848a-9e7556f86ace" providerId="AD" clId="Web-{76A13768-1327-2659-0BA6-A3998F49B522}" dt="2021-05-04T23:27:19.637" v="9"/>
        <pc:sldMkLst>
          <pc:docMk/>
          <pc:sldMk cId="3278674562" sldId="280"/>
        </pc:sldMkLst>
      </pc:sldChg>
    </pc:docChg>
  </pc:docChgLst>
  <pc:docChgLst>
    <pc:chgData name="Lewis, Travious Devonte" userId="S::tdl190000@utdallas.edu::41cc8488-0096-4825-91c3-869bc2655d5c" providerId="AD" clId="Web-{AB96C59F-0018-C000-2280-7642D47282C2}"/>
    <pc:docChg chg="modSld">
      <pc:chgData name="Lewis, Travious Devonte" userId="S::tdl190000@utdallas.edu::41cc8488-0096-4825-91c3-869bc2655d5c" providerId="AD" clId="Web-{AB96C59F-0018-C000-2280-7642D47282C2}" dt="2021-05-07T15:16:26.837" v="6" actId="20577"/>
      <pc:docMkLst>
        <pc:docMk/>
      </pc:docMkLst>
      <pc:sldChg chg="modSp">
        <pc:chgData name="Lewis, Travious Devonte" userId="S::tdl190000@utdallas.edu::41cc8488-0096-4825-91c3-869bc2655d5c" providerId="AD" clId="Web-{AB96C59F-0018-C000-2280-7642D47282C2}" dt="2021-05-07T15:16:26.837" v="6" actId="20577"/>
        <pc:sldMkLst>
          <pc:docMk/>
          <pc:sldMk cId="2445613650" sldId="270"/>
        </pc:sldMkLst>
        <pc:spChg chg="mod">
          <ac:chgData name="Lewis, Travious Devonte" userId="S::tdl190000@utdallas.edu::41cc8488-0096-4825-91c3-869bc2655d5c" providerId="AD" clId="Web-{AB96C59F-0018-C000-2280-7642D47282C2}" dt="2021-05-07T15:16:26.837" v="6" actId="20577"/>
          <ac:spMkLst>
            <pc:docMk/>
            <pc:sldMk cId="2445613650" sldId="270"/>
            <ac:spMk id="3" creationId="{CFA18961-9DA3-481F-BF85-5D5CF8F10866}"/>
          </ac:spMkLst>
        </pc:spChg>
      </pc:sldChg>
    </pc:docChg>
  </pc:docChgLst>
  <pc:docChgLst>
    <pc:chgData name="Alur Gowdru, Monish" userId="S::mxa190025@utdallas.edu::98c260fb-ab82-4aef-848a-9e7556f86ace" providerId="AD" clId="Web-{E474C59F-509E-B000-E45E-8DB1889CD1B9}"/>
    <pc:docChg chg="modSld">
      <pc:chgData name="Alur Gowdru, Monish" userId="S::mxa190025@utdallas.edu::98c260fb-ab82-4aef-848a-9e7556f86ace" providerId="AD" clId="Web-{E474C59F-509E-B000-E45E-8DB1889CD1B9}" dt="2021-05-07T04:42:15.356" v="0" actId="14100"/>
      <pc:docMkLst>
        <pc:docMk/>
      </pc:docMkLst>
      <pc:sldChg chg="modSp">
        <pc:chgData name="Alur Gowdru, Monish" userId="S::mxa190025@utdallas.edu::98c260fb-ab82-4aef-848a-9e7556f86ace" providerId="AD" clId="Web-{E474C59F-509E-B000-E45E-8DB1889CD1B9}" dt="2021-05-07T04:42:15.356" v="0" actId="14100"/>
        <pc:sldMkLst>
          <pc:docMk/>
          <pc:sldMk cId="2734421059" sldId="286"/>
        </pc:sldMkLst>
        <pc:spChg chg="mod">
          <ac:chgData name="Alur Gowdru, Monish" userId="S::mxa190025@utdallas.edu::98c260fb-ab82-4aef-848a-9e7556f86ace" providerId="AD" clId="Web-{E474C59F-509E-B000-E45E-8DB1889CD1B9}" dt="2021-05-07T04:42:15.356" v="0" actId="14100"/>
          <ac:spMkLst>
            <pc:docMk/>
            <pc:sldMk cId="2734421059" sldId="286"/>
            <ac:spMk id="13" creationId="{7354B7BD-4156-4668-8342-95EAC0221547}"/>
          </ac:spMkLst>
        </pc:spChg>
      </pc:sldChg>
    </pc:docChg>
  </pc:docChgLst>
  <pc:docChgLst>
    <pc:chgData name="Garikapati, Chetan" userId="S::cxg190009@utdallas.edu::4ff8657e-9e93-4a9a-964f-4061f1db0a14" providerId="AD" clId="Web-{0767C59F-60E5-B000-E3D5-421D8D359029}"/>
    <pc:docChg chg="modSld">
      <pc:chgData name="Garikapati, Chetan" userId="S::cxg190009@utdallas.edu::4ff8657e-9e93-4a9a-964f-4061f1db0a14" providerId="AD" clId="Web-{0767C59F-60E5-B000-E3D5-421D8D359029}" dt="2021-05-07T00:43:46.601" v="55" actId="1076"/>
      <pc:docMkLst>
        <pc:docMk/>
      </pc:docMkLst>
      <pc:sldChg chg="addSp modSp">
        <pc:chgData name="Garikapati, Chetan" userId="S::cxg190009@utdallas.edu::4ff8657e-9e93-4a9a-964f-4061f1db0a14" providerId="AD" clId="Web-{0767C59F-60E5-B000-E3D5-421D8D359029}" dt="2021-05-07T00:43:46.601" v="55" actId="1076"/>
        <pc:sldMkLst>
          <pc:docMk/>
          <pc:sldMk cId="992307511" sldId="280"/>
        </pc:sldMkLst>
        <pc:spChg chg="mod">
          <ac:chgData name="Garikapati, Chetan" userId="S::cxg190009@utdallas.edu::4ff8657e-9e93-4a9a-964f-4061f1db0a14" providerId="AD" clId="Web-{0767C59F-60E5-B000-E3D5-421D8D359029}" dt="2021-05-07T00:42:59.210" v="36" actId="1076"/>
          <ac:spMkLst>
            <pc:docMk/>
            <pc:sldMk cId="992307511" sldId="280"/>
            <ac:spMk id="2" creationId="{46EDF3EF-2E3A-438A-95CB-4AEB7D5F74E8}"/>
          </ac:spMkLst>
        </pc:spChg>
        <pc:spChg chg="add mod">
          <ac:chgData name="Garikapati, Chetan" userId="S::cxg190009@utdallas.edu::4ff8657e-9e93-4a9a-964f-4061f1db0a14" providerId="AD" clId="Web-{0767C59F-60E5-B000-E3D5-421D8D359029}" dt="2021-05-07T00:43:26.398" v="52" actId="1076"/>
          <ac:spMkLst>
            <pc:docMk/>
            <pc:sldMk cId="992307511" sldId="280"/>
            <ac:spMk id="3" creationId="{8F3727A6-D225-4143-A7CC-57B931782720}"/>
          </ac:spMkLst>
        </pc:spChg>
        <pc:picChg chg="add mod modCrop">
          <ac:chgData name="Garikapati, Chetan" userId="S::cxg190009@utdallas.edu::4ff8657e-9e93-4a9a-964f-4061f1db0a14" providerId="AD" clId="Web-{0767C59F-60E5-B000-E3D5-421D8D359029}" dt="2021-05-07T00:43:46.601" v="55" actId="1076"/>
          <ac:picMkLst>
            <pc:docMk/>
            <pc:sldMk cId="992307511" sldId="280"/>
            <ac:picMk id="4" creationId="{67849D4A-1B7F-4C93-9568-B056DFEF8688}"/>
          </ac:picMkLst>
        </pc:picChg>
      </pc:sldChg>
    </pc:docChg>
  </pc:docChgLst>
  <pc:docChgLst>
    <pc:chgData name="Garikapati, Chetan" userId="S::cxg190009@utdallas.edu::4ff8657e-9e93-4a9a-964f-4061f1db0a14" providerId="AD" clId="Web-{713D0071-7C8F-BBB6-452B-19C602FA6504}"/>
    <pc:docChg chg="addSld modSld">
      <pc:chgData name="Garikapati, Chetan" userId="S::cxg190009@utdallas.edu::4ff8657e-9e93-4a9a-964f-4061f1db0a14" providerId="AD" clId="Web-{713D0071-7C8F-BBB6-452B-19C602FA6504}" dt="2021-03-26T00:55:18.536" v="211" actId="1076"/>
      <pc:docMkLst>
        <pc:docMk/>
      </pc:docMkLst>
      <pc:sldChg chg="modSp">
        <pc:chgData name="Garikapati, Chetan" userId="S::cxg190009@utdallas.edu::4ff8657e-9e93-4a9a-964f-4061f1db0a14" providerId="AD" clId="Web-{713D0071-7C8F-BBB6-452B-19C602FA6504}" dt="2021-03-26T00:39:12.997" v="166" actId="14100"/>
        <pc:sldMkLst>
          <pc:docMk/>
          <pc:sldMk cId="665774082" sldId="262"/>
        </pc:sldMkLst>
        <pc:spChg chg="mod">
          <ac:chgData name="Garikapati, Chetan" userId="S::cxg190009@utdallas.edu::4ff8657e-9e93-4a9a-964f-4061f1db0a14" providerId="AD" clId="Web-{713D0071-7C8F-BBB6-452B-19C602FA6504}" dt="2021-03-26T00:39:01.997" v="165" actId="14100"/>
          <ac:spMkLst>
            <pc:docMk/>
            <pc:sldMk cId="665774082" sldId="262"/>
            <ac:spMk id="2" creationId="{00000000-0000-0000-0000-000000000000}"/>
          </ac:spMkLst>
        </pc:spChg>
        <pc:spChg chg="mod">
          <ac:chgData name="Garikapati, Chetan" userId="S::cxg190009@utdallas.edu::4ff8657e-9e93-4a9a-964f-4061f1db0a14" providerId="AD" clId="Web-{713D0071-7C8F-BBB6-452B-19C602FA6504}" dt="2021-03-26T00:39:12.997" v="166" actId="14100"/>
          <ac:spMkLst>
            <pc:docMk/>
            <pc:sldMk cId="665774082" sldId="262"/>
            <ac:spMk id="3" creationId="{00000000-0000-0000-0000-000000000000}"/>
          </ac:spMkLst>
        </pc:spChg>
      </pc:sldChg>
      <pc:sldChg chg="modSp">
        <pc:chgData name="Garikapati, Chetan" userId="S::cxg190009@utdallas.edu::4ff8657e-9e93-4a9a-964f-4061f1db0a14" providerId="AD" clId="Web-{713D0071-7C8F-BBB6-452B-19C602FA6504}" dt="2021-03-26T00:30:11.092" v="163" actId="20577"/>
        <pc:sldMkLst>
          <pc:docMk/>
          <pc:sldMk cId="2445613650" sldId="270"/>
        </pc:sldMkLst>
        <pc:spChg chg="mod">
          <ac:chgData name="Garikapati, Chetan" userId="S::cxg190009@utdallas.edu::4ff8657e-9e93-4a9a-964f-4061f1db0a14" providerId="AD" clId="Web-{713D0071-7C8F-BBB6-452B-19C602FA6504}" dt="2021-03-26T00:30:11.092" v="163" actId="20577"/>
          <ac:spMkLst>
            <pc:docMk/>
            <pc:sldMk cId="2445613650" sldId="270"/>
            <ac:spMk id="3" creationId="{CFA18961-9DA3-481F-BF85-5D5CF8F10866}"/>
          </ac:spMkLst>
        </pc:spChg>
      </pc:sldChg>
      <pc:sldChg chg="addSp modSp add replId">
        <pc:chgData name="Garikapati, Chetan" userId="S::cxg190009@utdallas.edu::4ff8657e-9e93-4a9a-964f-4061f1db0a14" providerId="AD" clId="Web-{713D0071-7C8F-BBB6-452B-19C602FA6504}" dt="2021-03-26T00:55:18.536" v="211" actId="1076"/>
        <pc:sldMkLst>
          <pc:docMk/>
          <pc:sldMk cId="1863704192" sldId="278"/>
        </pc:sldMkLst>
        <pc:spChg chg="mod">
          <ac:chgData name="Garikapati, Chetan" userId="S::cxg190009@utdallas.edu::4ff8657e-9e93-4a9a-964f-4061f1db0a14" providerId="AD" clId="Web-{713D0071-7C8F-BBB6-452B-19C602FA6504}" dt="2021-03-26T00:50:52.670" v="188" actId="20577"/>
          <ac:spMkLst>
            <pc:docMk/>
            <pc:sldMk cId="1863704192" sldId="278"/>
            <ac:spMk id="2" creationId="{00000000-0000-0000-0000-000000000000}"/>
          </ac:spMkLst>
        </pc:spChg>
        <pc:spChg chg="mod">
          <ac:chgData name="Garikapati, Chetan" userId="S::cxg190009@utdallas.edu::4ff8657e-9e93-4a9a-964f-4061f1db0a14" providerId="AD" clId="Web-{713D0071-7C8F-BBB6-452B-19C602FA6504}" dt="2021-03-26T00:54:17.472" v="210" actId="14100"/>
          <ac:spMkLst>
            <pc:docMk/>
            <pc:sldMk cId="1863704192" sldId="278"/>
            <ac:spMk id="3" creationId="{00000000-0000-0000-0000-000000000000}"/>
          </ac:spMkLst>
        </pc:spChg>
        <pc:spChg chg="mod">
          <ac:chgData name="Garikapati, Chetan" userId="S::cxg190009@utdallas.edu::4ff8657e-9e93-4a9a-964f-4061f1db0a14" providerId="AD" clId="Web-{713D0071-7C8F-BBB6-452B-19C602FA6504}" dt="2021-03-26T00:55:18.536" v="211" actId="1076"/>
          <ac:spMkLst>
            <pc:docMk/>
            <pc:sldMk cId="1863704192" sldId="278"/>
            <ac:spMk id="4" creationId="{0496BAA6-CAA1-4B8C-B9B5-967DC4DF7CB5}"/>
          </ac:spMkLst>
        </pc:spChg>
        <pc:spChg chg="add mod">
          <ac:chgData name="Garikapati, Chetan" userId="S::cxg190009@utdallas.edu::4ff8657e-9e93-4a9a-964f-4061f1db0a14" providerId="AD" clId="Web-{713D0071-7C8F-BBB6-452B-19C602FA6504}" dt="2021-03-26T00:51:01.280" v="190" actId="1076"/>
          <ac:spMkLst>
            <pc:docMk/>
            <pc:sldMk cId="1863704192" sldId="278"/>
            <ac:spMk id="6" creationId="{0A252E51-1DF2-494D-A862-3A9ED446D85C}"/>
          </ac:spMkLst>
        </pc:spChg>
        <pc:picChg chg="add mod">
          <ac:chgData name="Garikapati, Chetan" userId="S::cxg190009@utdallas.edu::4ff8657e-9e93-4a9a-964f-4061f1db0a14" providerId="AD" clId="Web-{713D0071-7C8F-BBB6-452B-19C602FA6504}" dt="2021-03-26T00:50:57.795" v="189" actId="14100"/>
          <ac:picMkLst>
            <pc:docMk/>
            <pc:sldMk cId="1863704192" sldId="278"/>
            <ac:picMk id="5" creationId="{C0239E0D-26E5-4742-A13B-3BAB520DEF81}"/>
          </ac:picMkLst>
        </pc:picChg>
      </pc:sldChg>
    </pc:docChg>
  </pc:docChgLst>
  <pc:docChgLst>
    <pc:chgData name="Lewis, Travious Devonte" userId="S::tdl190000@utdallas.edu::41cc8488-0096-4825-91c3-869bc2655d5c" providerId="AD" clId="Web-{5DA15961-230B-DA1D-4B22-CF5EEA0E56CA}"/>
    <pc:docChg chg="modSld sldOrd">
      <pc:chgData name="Lewis, Travious Devonte" userId="S::tdl190000@utdallas.edu::41cc8488-0096-4825-91c3-869bc2655d5c" providerId="AD" clId="Web-{5DA15961-230B-DA1D-4B22-CF5EEA0E56CA}" dt="2021-03-26T00:31:11.384" v="189" actId="20577"/>
      <pc:docMkLst>
        <pc:docMk/>
      </pc:docMkLst>
      <pc:sldChg chg="modSp ord">
        <pc:chgData name="Lewis, Travious Devonte" userId="S::tdl190000@utdallas.edu::41cc8488-0096-4825-91c3-869bc2655d5c" providerId="AD" clId="Web-{5DA15961-230B-DA1D-4B22-CF5EEA0E56CA}" dt="2021-03-26T00:31:11.384" v="189" actId="20577"/>
        <pc:sldMkLst>
          <pc:docMk/>
          <pc:sldMk cId="4045720544" sldId="266"/>
        </pc:sldMkLst>
        <pc:spChg chg="mod">
          <ac:chgData name="Lewis, Travious Devonte" userId="S::tdl190000@utdallas.edu::41cc8488-0096-4825-91c3-869bc2655d5c" providerId="AD" clId="Web-{5DA15961-230B-DA1D-4B22-CF5EEA0E56CA}" dt="2021-03-26T00:31:11.384" v="189" actId="20577"/>
          <ac:spMkLst>
            <pc:docMk/>
            <pc:sldMk cId="4045720544" sldId="266"/>
            <ac:spMk id="3" creationId="{435D551E-E157-498F-BA4A-30FFCAE32BBB}"/>
          </ac:spMkLst>
        </pc:spChg>
      </pc:sldChg>
      <pc:sldChg chg="modSp">
        <pc:chgData name="Lewis, Travious Devonte" userId="S::tdl190000@utdallas.edu::41cc8488-0096-4825-91c3-869bc2655d5c" providerId="AD" clId="Web-{5DA15961-230B-DA1D-4B22-CF5EEA0E56CA}" dt="2021-03-26T00:06:51.434" v="8" actId="20577"/>
        <pc:sldMkLst>
          <pc:docMk/>
          <pc:sldMk cId="1698611002" sldId="275"/>
        </pc:sldMkLst>
        <pc:spChg chg="mod">
          <ac:chgData name="Lewis, Travious Devonte" userId="S::tdl190000@utdallas.edu::41cc8488-0096-4825-91c3-869bc2655d5c" providerId="AD" clId="Web-{5DA15961-230B-DA1D-4B22-CF5EEA0E56CA}" dt="2021-03-26T00:06:51.434" v="8" actId="20577"/>
          <ac:spMkLst>
            <pc:docMk/>
            <pc:sldMk cId="1698611002" sldId="275"/>
            <ac:spMk id="3" creationId="{C633FD4D-B130-47BE-8D03-74A973F889A5}"/>
          </ac:spMkLst>
        </pc:spChg>
      </pc:sldChg>
    </pc:docChg>
  </pc:docChgLst>
  <pc:docChgLst>
    <pc:chgData name="Hoang, Giakhanh Huu" userId="S::ghh170030@utdallas.edu::3d19a85f-6c23-4f56-ba13-75e3a3c6a83a" providerId="AD" clId="Web-{3989CA0A-EE2A-4759-56A8-9AFC7129EF6F}"/>
    <pc:docChg chg="addSld modSld">
      <pc:chgData name="Hoang, Giakhanh Huu" userId="S::ghh170030@utdallas.edu::3d19a85f-6c23-4f56-ba13-75e3a3c6a83a" providerId="AD" clId="Web-{3989CA0A-EE2A-4759-56A8-9AFC7129EF6F}" dt="2021-05-05T01:21:36.599" v="180" actId="20577"/>
      <pc:docMkLst>
        <pc:docMk/>
      </pc:docMkLst>
      <pc:sldChg chg="modSp">
        <pc:chgData name="Hoang, Giakhanh Huu" userId="S::ghh170030@utdallas.edu::3d19a85f-6c23-4f56-ba13-75e3a3c6a83a" providerId="AD" clId="Web-{3989CA0A-EE2A-4759-56A8-9AFC7129EF6F}" dt="2021-05-04T23:39:32.052" v="55" actId="20577"/>
        <pc:sldMkLst>
          <pc:docMk/>
          <pc:sldMk cId="4045720544" sldId="266"/>
        </pc:sldMkLst>
        <pc:spChg chg="mod">
          <ac:chgData name="Hoang, Giakhanh Huu" userId="S::ghh170030@utdallas.edu::3d19a85f-6c23-4f56-ba13-75e3a3c6a83a" providerId="AD" clId="Web-{3989CA0A-EE2A-4759-56A8-9AFC7129EF6F}" dt="2021-05-04T23:39:32.052" v="55" actId="20577"/>
          <ac:spMkLst>
            <pc:docMk/>
            <pc:sldMk cId="4045720544" sldId="266"/>
            <ac:spMk id="3" creationId="{435D551E-E157-498F-BA4A-30FFCAE32BBB}"/>
          </ac:spMkLst>
        </pc:spChg>
      </pc:sldChg>
      <pc:sldChg chg="modSp new">
        <pc:chgData name="Hoang, Giakhanh Huu" userId="S::ghh170030@utdallas.edu::3d19a85f-6c23-4f56-ba13-75e3a3c6a83a" providerId="AD" clId="Web-{3989CA0A-EE2A-4759-56A8-9AFC7129EF6F}" dt="2021-05-05T01:10:14.571" v="98" actId="20577"/>
        <pc:sldMkLst>
          <pc:docMk/>
          <pc:sldMk cId="28057320" sldId="281"/>
        </pc:sldMkLst>
        <pc:spChg chg="mod">
          <ac:chgData name="Hoang, Giakhanh Huu" userId="S::ghh170030@utdallas.edu::3d19a85f-6c23-4f56-ba13-75e3a3c6a83a" providerId="AD" clId="Web-{3989CA0A-EE2A-4759-56A8-9AFC7129EF6F}" dt="2021-05-04T23:28:44.534" v="6" actId="20577"/>
          <ac:spMkLst>
            <pc:docMk/>
            <pc:sldMk cId="28057320" sldId="281"/>
            <ac:spMk id="2" creationId="{AC689E8E-D84E-4246-8A62-603D38579D8B}"/>
          </ac:spMkLst>
        </pc:spChg>
        <pc:spChg chg="mod">
          <ac:chgData name="Hoang, Giakhanh Huu" userId="S::ghh170030@utdallas.edu::3d19a85f-6c23-4f56-ba13-75e3a3c6a83a" providerId="AD" clId="Web-{3989CA0A-EE2A-4759-56A8-9AFC7129EF6F}" dt="2021-05-05T01:10:14.571" v="98" actId="20577"/>
          <ac:spMkLst>
            <pc:docMk/>
            <pc:sldMk cId="28057320" sldId="281"/>
            <ac:spMk id="3" creationId="{13970B35-E07B-4337-B0A6-BD7CE7755CB0}"/>
          </ac:spMkLst>
        </pc:spChg>
      </pc:sldChg>
      <pc:sldChg chg="modSp new">
        <pc:chgData name="Hoang, Giakhanh Huu" userId="S::ghh170030@utdallas.edu::3d19a85f-6c23-4f56-ba13-75e3a3c6a83a" providerId="AD" clId="Web-{3989CA0A-EE2A-4759-56A8-9AFC7129EF6F}" dt="2021-05-05T01:15:54.718" v="149" actId="20577"/>
        <pc:sldMkLst>
          <pc:docMk/>
          <pc:sldMk cId="1007471639" sldId="282"/>
        </pc:sldMkLst>
        <pc:spChg chg="mod">
          <ac:chgData name="Hoang, Giakhanh Huu" userId="S::ghh170030@utdallas.edu::3d19a85f-6c23-4f56-ba13-75e3a3c6a83a" providerId="AD" clId="Web-{3989CA0A-EE2A-4759-56A8-9AFC7129EF6F}" dt="2021-05-04T23:36:44.203" v="26" actId="20577"/>
          <ac:spMkLst>
            <pc:docMk/>
            <pc:sldMk cId="1007471639" sldId="282"/>
            <ac:spMk id="2" creationId="{E0228BEE-DA25-4C21-BCB2-0EF96D9DF597}"/>
          </ac:spMkLst>
        </pc:spChg>
        <pc:spChg chg="mod">
          <ac:chgData name="Hoang, Giakhanh Huu" userId="S::ghh170030@utdallas.edu::3d19a85f-6c23-4f56-ba13-75e3a3c6a83a" providerId="AD" clId="Web-{3989CA0A-EE2A-4759-56A8-9AFC7129EF6F}" dt="2021-05-05T01:15:54.718" v="149" actId="20577"/>
          <ac:spMkLst>
            <pc:docMk/>
            <pc:sldMk cId="1007471639" sldId="282"/>
            <ac:spMk id="3" creationId="{60F72C77-0091-45E0-AF11-F550F500FF28}"/>
          </ac:spMkLst>
        </pc:spChg>
      </pc:sldChg>
      <pc:sldChg chg="modSp new">
        <pc:chgData name="Hoang, Giakhanh Huu" userId="S::ghh170030@utdallas.edu::3d19a85f-6c23-4f56-ba13-75e3a3c6a83a" providerId="AD" clId="Web-{3989CA0A-EE2A-4759-56A8-9AFC7129EF6F}" dt="2021-05-05T01:21:36.599" v="180" actId="20577"/>
        <pc:sldMkLst>
          <pc:docMk/>
          <pc:sldMk cId="592925250" sldId="283"/>
        </pc:sldMkLst>
        <pc:spChg chg="mod">
          <ac:chgData name="Hoang, Giakhanh Huu" userId="S::ghh170030@utdallas.edu::3d19a85f-6c23-4f56-ba13-75e3a3c6a83a" providerId="AD" clId="Web-{3989CA0A-EE2A-4759-56A8-9AFC7129EF6F}" dt="2021-05-05T01:21:36.599" v="180" actId="20577"/>
          <ac:spMkLst>
            <pc:docMk/>
            <pc:sldMk cId="592925250" sldId="283"/>
            <ac:spMk id="2" creationId="{038BAE43-21F9-45E8-B05A-8C0416A0E20F}"/>
          </ac:spMkLst>
        </pc:spChg>
        <pc:spChg chg="mod">
          <ac:chgData name="Hoang, Giakhanh Huu" userId="S::ghh170030@utdallas.edu::3d19a85f-6c23-4f56-ba13-75e3a3c6a83a" providerId="AD" clId="Web-{3989CA0A-EE2A-4759-56A8-9AFC7129EF6F}" dt="2021-05-05T01:20:59.987" v="173" actId="20577"/>
          <ac:spMkLst>
            <pc:docMk/>
            <pc:sldMk cId="592925250" sldId="283"/>
            <ac:spMk id="3" creationId="{35A70956-2544-428F-8AA8-E76A47805A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1E8E6-4FC8-46E0-98E9-6A1B3D5EB4A9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95EB9-12DB-4177-B88F-1363F06D9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9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Securing data also includes data sanitization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5EB9-12DB-4177-B88F-1363F06D97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2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An application's environment includes a guest OS and any other environmental variables.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A host's resources include hardware resources like the CPU/GPU, or even the host file system if configured to do so.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It pretty much is a abstract, condensed package to serve as a component for a larger system/as part of a scalable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5B5B1-7E6A-4ACC-88FE-ACADB8EF1FD8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7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87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5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1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2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7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0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1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7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7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08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CE7D5-CF57-46EF-B807-FDD0502418D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5/7/2021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1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36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698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0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8426" y="889820"/>
            <a:ext cx="10751574" cy="960181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cs typeface="Calibri Light"/>
              </a:rPr>
              <a:t>High Assurance Cloud Compute and Storage</a:t>
            </a:r>
            <a:endParaRPr lang="en-US" sz="2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437" y="4262322"/>
            <a:ext cx="4134040" cy="205924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800">
                <a:cs typeface="Calibri"/>
              </a:rPr>
              <a:t>Team Members:</a:t>
            </a:r>
          </a:p>
          <a:p>
            <a:pPr>
              <a:spcAft>
                <a:spcPts val="500"/>
              </a:spcAft>
            </a:pPr>
            <a:r>
              <a:rPr lang="en-US" sz="1800">
                <a:cs typeface="Calibri"/>
              </a:rPr>
              <a:t>Khalid </a:t>
            </a:r>
            <a:r>
              <a:rPr lang="en-US" sz="1800" err="1">
                <a:cs typeface="Calibri"/>
              </a:rPr>
              <a:t>Abusultan</a:t>
            </a:r>
            <a:endParaRPr lang="en-US" sz="1800" err="1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>
                <a:cs typeface="Calibri"/>
              </a:rPr>
              <a:t>Chetan </a:t>
            </a:r>
            <a:r>
              <a:rPr lang="en-US" sz="1800" err="1">
                <a:cs typeface="Calibri"/>
              </a:rPr>
              <a:t>Garikapati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>
                <a:cs typeface="Calibri"/>
              </a:rPr>
              <a:t>Monish Alur </a:t>
            </a:r>
            <a:r>
              <a:rPr lang="en-US" sz="1800" err="1">
                <a:cs typeface="Calibri"/>
              </a:rPr>
              <a:t>Gowdru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err="1">
                <a:cs typeface="Calibri"/>
              </a:rPr>
              <a:t>Giakhanh</a:t>
            </a:r>
            <a:r>
              <a:rPr lang="en-US" sz="1800">
                <a:cs typeface="Calibri"/>
              </a:rPr>
              <a:t> Hoang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>
                <a:cs typeface="Calibri"/>
              </a:rPr>
              <a:t>Travious Lewis</a:t>
            </a:r>
            <a:endParaRPr lang="en-US" sz="1800"/>
          </a:p>
          <a:p>
            <a:endParaRPr lang="en-US" sz="1800">
              <a:cs typeface="Calibri"/>
            </a:endParaRPr>
          </a:p>
          <a:p>
            <a:endParaRPr lang="en-US" sz="180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6BAA6-CAA1-4B8C-B9B5-967DC4DF7CB5}"/>
              </a:ext>
            </a:extLst>
          </p:cNvPr>
          <p:cNvSpPr txBox="1"/>
          <p:nvPr/>
        </p:nvSpPr>
        <p:spPr>
          <a:xfrm>
            <a:off x="7244201" y="4115017"/>
            <a:ext cx="4534928" cy="17902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>
                <a:ea typeface="+mn-lt"/>
                <a:cs typeface="+mn-lt"/>
              </a:rPr>
              <a:t>Sponsors:</a:t>
            </a:r>
            <a:endParaRPr lang="en-US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>
                <a:ea typeface="+mn-lt"/>
                <a:cs typeface="+mn-lt"/>
              </a:rPr>
              <a:t>National Security Agency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Joshua Cline</a:t>
            </a:r>
          </a:p>
          <a:p>
            <a:r>
              <a:rPr lang="en-US">
                <a:ea typeface="+mn-lt"/>
                <a:cs typeface="+mn-lt"/>
              </a:rPr>
              <a:t>Eric Darko</a:t>
            </a:r>
          </a:p>
          <a:p>
            <a:r>
              <a:rPr lang="en-US">
                <a:ea typeface="+mn-lt"/>
                <a:cs typeface="+mn-lt"/>
              </a:rPr>
              <a:t>Jason Smith</a:t>
            </a:r>
            <a:endParaRPr lang="en-US"/>
          </a:p>
        </p:txBody>
      </p:sp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C0239E0D-26E5-4742-A13B-3BAB520DE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687" y="1639866"/>
            <a:ext cx="1532351" cy="1521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52E51-1DF2-494D-A862-3A9ED446D85C}"/>
              </a:ext>
            </a:extLst>
          </p:cNvPr>
          <p:cNvSpPr txBox="1"/>
          <p:nvPr/>
        </p:nvSpPr>
        <p:spPr>
          <a:xfrm>
            <a:off x="3847578" y="3242154"/>
            <a:ext cx="4830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S21 Team Ironware Final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0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B37F-46F1-47E3-9AD6-B5428316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3965-838C-46BD-AD58-89BB7A5B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 panose="020F0502020204030204"/>
              </a:rPr>
              <a:t>With an increasing adaptation of containers, there is a growing need for solutions to securing containers and their data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Our goal:</a:t>
            </a:r>
          </a:p>
          <a:p>
            <a:r>
              <a:rPr lang="en-US">
                <a:cs typeface="Calibri" panose="020F0502020204030204"/>
              </a:rPr>
              <a:t>Research container exploits</a:t>
            </a:r>
          </a:p>
          <a:p>
            <a:r>
              <a:rPr lang="en-US">
                <a:cs typeface="Calibri" panose="020F0502020204030204"/>
              </a:rPr>
              <a:t>Review existing container hardening solutions/techniques</a:t>
            </a:r>
          </a:p>
          <a:p>
            <a:r>
              <a:rPr lang="en-US">
                <a:cs typeface="Calibri" panose="020F0502020204030204"/>
              </a:rPr>
              <a:t>Develop a comprehensive approach to securing containers and their data</a:t>
            </a:r>
            <a:endParaRPr lang="en-US"/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2723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9E8E-D84E-4246-8A62-603D3857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0B35-E07B-4337-B0A6-BD7CE7755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Investigated vulnerabilities in Docker</a:t>
            </a:r>
          </a:p>
          <a:p>
            <a:r>
              <a:rPr lang="en-US"/>
              <a:t>Developed a secure data storage solution for the cloud</a:t>
            </a:r>
          </a:p>
          <a:p>
            <a:r>
              <a:rPr lang="en-US"/>
              <a:t>Interviewed a security expert</a:t>
            </a:r>
          </a:p>
        </p:txBody>
      </p:sp>
    </p:spTree>
    <p:extLst>
      <p:ext uri="{BB962C8B-B14F-4D97-AF65-F5344CB8AC3E}">
        <p14:creationId xmlns:p14="http://schemas.microsoft.com/office/powerpoint/2010/main" val="2805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F1E2-EA28-44B9-9243-92C2F6FD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What is a container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0A2FB-597A-410A-9E74-C4B72BA60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A lightweight solution to packaging an application's environment altogether for easy testing and development</a:t>
            </a:r>
          </a:p>
          <a:p>
            <a:pPr lvl="1"/>
            <a:r>
              <a:rPr lang="en-US">
                <a:ea typeface="+mn-lt"/>
                <a:cs typeface="+mn-lt"/>
              </a:rPr>
              <a:t>Examples: Docker, Kubernetes</a:t>
            </a:r>
          </a:p>
          <a:p>
            <a:r>
              <a:rPr lang="en-US">
                <a:cs typeface="Calibri"/>
              </a:rPr>
              <a:t>Hosted on servers within operating systems</a:t>
            </a:r>
          </a:p>
          <a:p>
            <a:pPr lvl="1"/>
            <a:r>
              <a:rPr lang="en-US">
                <a:ea typeface="+mn-lt"/>
                <a:cs typeface="+mn-lt"/>
              </a:rPr>
              <a:t>May be configured to access the host's resources</a:t>
            </a:r>
            <a:endParaRPr lang="en-US"/>
          </a:p>
          <a:p>
            <a:r>
              <a:rPr lang="en-US">
                <a:cs typeface="Calibri"/>
              </a:rPr>
              <a:t>Can communicate with other containers</a:t>
            </a:r>
          </a:p>
          <a:p>
            <a:pPr marL="0" indent="0">
              <a:buNone/>
            </a:pPr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697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82A7C-4C69-4C8F-BC86-07C0BA6E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907037"/>
            <a:ext cx="3819821" cy="19556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PRIVILEGE ESCALATION</a:t>
            </a:r>
            <a:br>
              <a:rPr lang="en-US"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 cap="all" spc="3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sz="4000" kern="1200" cap="all" spc="3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35287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30277-AF1E-422A-BFD0-0E80370F4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604" y="2194416"/>
            <a:ext cx="3706113" cy="46089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Obtaining access to restricted resources from unprivileged account by exploiting weakness, design flaw or configuration oversight. 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A user with more privileges than intended can perform unauthorized actions.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Vertical Escalation is where the attacker gains more access than the user they have compromised.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Horizonal Escalation is where the attacker expands their privileges by taking over another account and misusing it.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6" name="Picture 5" descr="A picture containing text, toy&#10;&#10;Description automatically generated">
            <a:extLst>
              <a:ext uri="{FF2B5EF4-FFF2-40B4-BE49-F238E27FC236}">
                <a16:creationId xmlns:a16="http://schemas.microsoft.com/office/drawing/2014/main" id="{C8299D40-69F4-46E9-9E58-8164010DE7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25" r="9222" b="-3"/>
          <a:stretch/>
        </p:blipFill>
        <p:spPr>
          <a:xfrm>
            <a:off x="4876800" y="735286"/>
            <a:ext cx="6515100" cy="539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7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D3C64-91D7-451A-94D3-C38E3BCC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97753"/>
            <a:ext cx="3635046" cy="15753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gaining root access 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17C08-155A-4507-8557-5F14A5D1C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5325" y="2710035"/>
            <a:ext cx="3587668" cy="350026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A root user in docker has a default user id of 0. A malicious user could take advantage of this by messing with the passwd file in the </a:t>
            </a:r>
            <a:r>
              <a:rPr lang="en-US" sz="1500" err="1">
                <a:ea typeface="+mn-lt"/>
                <a:cs typeface="+mn-lt"/>
              </a:rPr>
              <a:t>homeroot</a:t>
            </a:r>
            <a:r>
              <a:rPr lang="en-US" sz="1500">
                <a:ea typeface="+mn-lt"/>
                <a:cs typeface="+mn-lt"/>
              </a:rPr>
              <a:t>/</a:t>
            </a:r>
            <a:r>
              <a:rPr lang="en-US" sz="1500" err="1">
                <a:ea typeface="+mn-lt"/>
                <a:cs typeface="+mn-lt"/>
              </a:rPr>
              <a:t>etc</a:t>
            </a:r>
            <a:r>
              <a:rPr lang="en-US" sz="1500">
                <a:ea typeface="+mn-lt"/>
                <a:cs typeface="+mn-lt"/>
              </a:rPr>
              <a:t> </a:t>
            </a:r>
            <a:r>
              <a:rPr lang="en-US" sz="1500"/>
              <a:t>directory. 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A </a:t>
            </a:r>
            <a:r>
              <a:rPr lang="en-US" sz="1500">
                <a:ea typeface="+mn-lt"/>
                <a:cs typeface="+mn-lt"/>
              </a:rPr>
              <a:t>malicious </a:t>
            </a:r>
            <a:r>
              <a:rPr lang="en-US" sz="1500"/>
              <a:t>user named foo will be added to the docker group and will login.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The malicious user created in docker will now try to mess with the passwd file and change their user id to 0 (such as root) . 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Foo is currently running as a normal user.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50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500"/>
          </a:p>
        </p:txBody>
      </p:sp>
      <p:pic>
        <p:nvPicPr>
          <p:cNvPr id="3" name="Picture 5" descr="Text&#10;&#10;Description automatically generated">
            <a:extLst>
              <a:ext uri="{FF2B5EF4-FFF2-40B4-BE49-F238E27FC236}">
                <a16:creationId xmlns:a16="http://schemas.microsoft.com/office/drawing/2014/main" id="{D71728D8-D1D9-4140-A7C4-46E201C3D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490758"/>
            <a:ext cx="6515100" cy="3876484"/>
          </a:xfrm>
          <a:prstGeom prst="rect">
            <a:avLst/>
          </a:prstGeom>
        </p:spPr>
      </p:pic>
      <p:pic>
        <p:nvPicPr>
          <p:cNvPr id="8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DBC3376-D572-4714-8DF9-E5154DA0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301" y="5672234"/>
            <a:ext cx="2743200" cy="63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2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444A874-1D34-476C-ABA1-69EDE0616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318" y="5155997"/>
            <a:ext cx="3086724" cy="961857"/>
          </a:xfrm>
          <a:prstGeom prst="rect">
            <a:avLst/>
          </a:prstGeom>
        </p:spPr>
      </p:pic>
      <p:pic>
        <p:nvPicPr>
          <p:cNvPr id="11" name="Picture 11" descr="Text&#10;&#10;Description automatically generated">
            <a:extLst>
              <a:ext uri="{FF2B5EF4-FFF2-40B4-BE49-F238E27FC236}">
                <a16:creationId xmlns:a16="http://schemas.microsoft.com/office/drawing/2014/main" id="{FEAE6919-6139-4C19-ABC2-14FA29E83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4" y="890666"/>
            <a:ext cx="4873052" cy="3240373"/>
          </a:xfrm>
          <a:prstGeom prst="rect">
            <a:avLst/>
          </a:prstGeom>
        </p:spPr>
      </p:pic>
      <p:pic>
        <p:nvPicPr>
          <p:cNvPr id="12" name="Picture 12" descr="Text&#10;&#10;Description automatically generated">
            <a:extLst>
              <a:ext uri="{FF2B5EF4-FFF2-40B4-BE49-F238E27FC236}">
                <a16:creationId xmlns:a16="http://schemas.microsoft.com/office/drawing/2014/main" id="{9C88F2C8-DD29-46B9-9E16-0271222FF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498" y="887682"/>
            <a:ext cx="4929265" cy="31838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41745A-1762-4C32-AA6F-6D65BBABAB22}"/>
              </a:ext>
            </a:extLst>
          </p:cNvPr>
          <p:cNvSpPr txBox="1"/>
          <p:nvPr/>
        </p:nvSpPr>
        <p:spPr>
          <a:xfrm>
            <a:off x="939384" y="4599482"/>
            <a:ext cx="72527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The malicious user foo changed their user id from 1001 to 0 (such as root)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Now foo exists and logs out then logs in back they will have full root privileges and will run as root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7F2099-6111-4B6F-88A4-78C380B74A1B}"/>
              </a:ext>
            </a:extLst>
          </p:cNvPr>
          <p:cNvSpPr txBox="1"/>
          <p:nvPr/>
        </p:nvSpPr>
        <p:spPr>
          <a:xfrm>
            <a:off x="745760" y="333531"/>
            <a:ext cx="5254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GAINING ROOT ACCESS (CONTINUED)</a:t>
            </a:r>
          </a:p>
        </p:txBody>
      </p:sp>
    </p:spTree>
    <p:extLst>
      <p:ext uri="{BB962C8B-B14F-4D97-AF65-F5344CB8AC3E}">
        <p14:creationId xmlns:p14="http://schemas.microsoft.com/office/powerpoint/2010/main" val="2336302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7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19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7DA345-02B7-4797-857B-E67549F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  <a:cs typeface="Calibri Light"/>
              </a:rPr>
              <a:t>Running SELinux </a:t>
            </a:r>
          </a:p>
        </p:txBody>
      </p:sp>
      <p:sp>
        <p:nvSpPr>
          <p:cNvPr id="29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AB87A25-932E-4EB8-A71C-D9325A1AC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49" y="2029294"/>
            <a:ext cx="3661831" cy="281961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DDA6-8D15-46B0-8E5F-D92C65E95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solidFill>
                  <a:srgbClr val="000000"/>
                </a:solidFill>
                <a:cs typeface="Calibri"/>
              </a:rPr>
              <a:t>Linux hardening techniques can be used on docker (Docker is based on Linux container)</a:t>
            </a:r>
          </a:p>
          <a:p>
            <a:r>
              <a:rPr lang="en-US" sz="1700">
                <a:solidFill>
                  <a:srgbClr val="000000"/>
                </a:solidFill>
                <a:ea typeface="+mn-lt"/>
                <a:cs typeface="+mn-lt"/>
              </a:rPr>
              <a:t>Make sure SELinux is always running with containers by this command "sestatus" </a:t>
            </a:r>
          </a:p>
          <a:p>
            <a:r>
              <a:rPr lang="en-US" sz="1700">
                <a:solidFill>
                  <a:srgbClr val="000000"/>
                </a:solidFill>
                <a:cs typeface="Calibri"/>
              </a:rPr>
              <a:t>Below are some of the techniques with SELinux that can be used to prevent the vulnerability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rgbClr val="000000"/>
                </a:solidFill>
                <a:cs typeface="Calibri"/>
              </a:rPr>
              <a:t>Do not run privileged on containers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700">
                <a:solidFill>
                  <a:srgbClr val="000000"/>
                </a:solidFill>
                <a:cs typeface="Calibri"/>
              </a:rPr>
              <a:t>It is not necessary to have every user by default to run on </a:t>
            </a:r>
            <a:r>
              <a:rPr lang="en-US" sz="1700">
                <a:solidFill>
                  <a:srgbClr val="000000"/>
                </a:solidFill>
                <a:ea typeface="+mn-lt"/>
                <a:cs typeface="+mn-lt"/>
              </a:rPr>
              <a:t>privileged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700">
                <a:solidFill>
                  <a:srgbClr val="000000"/>
                </a:solidFill>
                <a:cs typeface="Calibri"/>
              </a:rPr>
              <a:t>Use "--security-opt" for containers instead which is compatible with SELinux/AppArmor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700">
              <a:solidFill>
                <a:srgbClr val="000000"/>
              </a:solidFill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700">
              <a:solidFill>
                <a:srgbClr val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605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2DBB7-F366-47D0-924B-3130EB43A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902447"/>
            <a:ext cx="4316507" cy="19287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Docker Namespace Remapping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0575" y="723900"/>
            <a:ext cx="1060132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0EE75-85CE-49B7-9F30-7C26AF291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2600" y="968377"/>
            <a:ext cx="5943600" cy="1732182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/>
              <a:t>Namespaces allow for processes to run in an isolated environment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/>
              <a:t>Good way to combat against privilege-escalation attacks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/>
              <a:t>Still exists an exploit that allows a container root access to the host </a:t>
            </a:r>
          </a:p>
        </p:txBody>
      </p:sp>
      <p:pic>
        <p:nvPicPr>
          <p:cNvPr id="8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9893A908-489B-4B58-B251-0CD6434E5E7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9204" r="-1" b="11953"/>
          <a:stretch/>
        </p:blipFill>
        <p:spPr>
          <a:xfrm>
            <a:off x="1971438" y="3427048"/>
            <a:ext cx="8258090" cy="215544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269CDC-85D3-4EA8-9086-497CB317F6D4}"/>
              </a:ext>
            </a:extLst>
          </p:cNvPr>
          <p:cNvSpPr txBox="1"/>
          <p:nvPr/>
        </p:nvSpPr>
        <p:spPr>
          <a:xfrm>
            <a:off x="1971368" y="5658464"/>
            <a:ext cx="40623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Add to /etc/docker/daemon.json file</a:t>
            </a:r>
          </a:p>
        </p:txBody>
      </p:sp>
    </p:spTree>
    <p:extLst>
      <p:ext uri="{BB962C8B-B14F-4D97-AF65-F5344CB8AC3E}">
        <p14:creationId xmlns:p14="http://schemas.microsoft.com/office/powerpoint/2010/main" val="1543770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87FA-FC59-4F59-AB8B-7C057E9A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Docker Privileged mode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F9DB5B6-345C-4D6C-BDFD-85191AC8869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11163" b="11163"/>
          <a:stretch/>
        </p:blipFill>
        <p:spPr>
          <a:xfrm>
            <a:off x="5404413" y="1238864"/>
            <a:ext cx="5950975" cy="462218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5355B-853E-4BFA-97A1-D19CA05AE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709752" cy="331628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285750" indent="-285750">
              <a:buChar char="•"/>
            </a:pPr>
            <a:r>
              <a:rPr lang="en-US"/>
              <a:t>Containers running in priveleged mode receive root capabilities of host machine.</a:t>
            </a:r>
          </a:p>
          <a:p>
            <a:pPr marL="285750" indent="-285750">
              <a:buChar char="•"/>
            </a:pPr>
            <a:r>
              <a:rPr lang="en-US"/>
              <a:t>Container is able to create and modify files on the host.</a:t>
            </a:r>
          </a:p>
          <a:p>
            <a:pPr marL="285750" indent="-285750">
              <a:buChar char="•"/>
            </a:pPr>
            <a:r>
              <a:rPr lang="en-US"/>
              <a:t>Also can mount file systems and create new devices</a:t>
            </a:r>
          </a:p>
          <a:p>
            <a:pPr marL="285750" indent="-285750">
              <a:buChar char="•"/>
            </a:pPr>
            <a:r>
              <a:rPr lang="en-US"/>
              <a:t>This mode makes the system vulnerable to malicious attacks</a:t>
            </a:r>
          </a:p>
          <a:p>
            <a:pPr marL="285750" indent="-285750">
              <a:buChar char="•"/>
            </a:pPr>
            <a:r>
              <a:rPr lang="en-US"/>
              <a:t>Enabled with "-- privileged" flag</a:t>
            </a:r>
          </a:p>
          <a:p>
            <a:pPr marL="742950" lvl="1" indent="-285750">
              <a:buChar char="•"/>
            </a:pPr>
            <a:r>
              <a:rPr lang="en-US">
                <a:ea typeface="+mn-lt"/>
                <a:cs typeface="+mn-lt"/>
              </a:rPr>
              <a:t>$ sudo docker run -itd --privileged --userns=host --pid=host --network=host ubuntu bash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31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8C34AA57-3EE6-4B12-8E1E-137C07934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91" y="1142352"/>
            <a:ext cx="8966824" cy="1971915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0431579-2586-4419-B456-9C83302CA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638" y="3582075"/>
            <a:ext cx="8606725" cy="210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25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1BAD3582-DC78-4240-8FD4-77979C6F4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81" y="2156104"/>
            <a:ext cx="11330039" cy="2267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8689D2-66B1-4795-9FA8-5CD82B36D435}"/>
              </a:ext>
            </a:extLst>
          </p:cNvPr>
          <p:cNvSpPr txBox="1"/>
          <p:nvPr/>
        </p:nvSpPr>
        <p:spPr>
          <a:xfrm>
            <a:off x="430981" y="4429431"/>
            <a:ext cx="60615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Privileged container successfully creating a new device file.</a:t>
            </a:r>
          </a:p>
        </p:txBody>
      </p:sp>
    </p:spTree>
    <p:extLst>
      <p:ext uri="{BB962C8B-B14F-4D97-AF65-F5344CB8AC3E}">
        <p14:creationId xmlns:p14="http://schemas.microsoft.com/office/powerpoint/2010/main" val="489444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xt&#10;&#10;Description automatically generated">
            <a:extLst>
              <a:ext uri="{FF2B5EF4-FFF2-40B4-BE49-F238E27FC236}">
                <a16:creationId xmlns:a16="http://schemas.microsoft.com/office/drawing/2014/main" id="{E27AC9A7-C14B-4231-B41D-17C5A465F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66" y="1645624"/>
            <a:ext cx="7995263" cy="1272556"/>
          </a:xfrm>
          <a:prstGeom prst="rect">
            <a:avLst/>
          </a:prstGeom>
        </p:spPr>
      </p:pic>
      <p:pic>
        <p:nvPicPr>
          <p:cNvPr id="3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5CB5E06-BFD0-4E72-B7FC-D6C832116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692" y="3578045"/>
            <a:ext cx="8052618" cy="1143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A3C652-38C7-4205-A648-C87D6BACEFE4}"/>
              </a:ext>
            </a:extLst>
          </p:cNvPr>
          <p:cNvSpPr txBox="1"/>
          <p:nvPr/>
        </p:nvSpPr>
        <p:spPr>
          <a:xfrm>
            <a:off x="2069691" y="4798141"/>
            <a:ext cx="75282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Unprivileged container does not have the capability to create a new device.</a:t>
            </a:r>
          </a:p>
        </p:txBody>
      </p:sp>
    </p:spTree>
    <p:extLst>
      <p:ext uri="{BB962C8B-B14F-4D97-AF65-F5344CB8AC3E}">
        <p14:creationId xmlns:p14="http://schemas.microsoft.com/office/powerpoint/2010/main" val="2333021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F4D7-122F-4E9F-875C-6CF5B8EF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Authorization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5FD29-F1BE-4DCA-81A8-2F01AD227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One way to combat the namespace remapping vulnerability is to not use privileged containers entirely.</a:t>
            </a:r>
          </a:p>
          <a:p>
            <a:r>
              <a:rPr lang="en-US"/>
              <a:t>Only give a container specific capabilities needed to perform functions effectively</a:t>
            </a:r>
          </a:p>
          <a:p>
            <a:pPr lvl="1"/>
            <a:r>
              <a:rPr lang="en-US"/>
              <a:t>docker run –cap-add</a:t>
            </a:r>
          </a:p>
          <a:p>
            <a:r>
              <a:rPr lang="en-US"/>
              <a:t>What if an unauthorized user runs a container in privileged mode?</a:t>
            </a:r>
          </a:p>
          <a:p>
            <a:r>
              <a:rPr lang="en-US"/>
              <a:t>Authorization plugins</a:t>
            </a:r>
          </a:p>
          <a:p>
            <a:pPr lvl="1"/>
            <a:r>
              <a:rPr lang="en-US"/>
              <a:t>.</a:t>
            </a:r>
          </a:p>
          <a:p>
            <a:pPr lvl="1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5DCDD0C-77CC-4072-A768-A136B545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86" y="4987907"/>
            <a:ext cx="7472438" cy="42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4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&#10;&#10;Description automatically generated">
            <a:extLst>
              <a:ext uri="{FF2B5EF4-FFF2-40B4-BE49-F238E27FC236}">
                <a16:creationId xmlns:a16="http://schemas.microsoft.com/office/drawing/2014/main" id="{A17D2937-27ED-4EC5-96C8-510EEB05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09" y="1217041"/>
            <a:ext cx="10050048" cy="4643122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4C808559-EF74-486A-A4BB-F065782E4431}"/>
              </a:ext>
            </a:extLst>
          </p:cNvPr>
          <p:cNvSpPr txBox="1"/>
          <p:nvPr/>
        </p:nvSpPr>
        <p:spPr>
          <a:xfrm>
            <a:off x="7918537" y="1279743"/>
            <a:ext cx="35281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1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4B0E9160-8458-4DAC-BD00-24EB06EE5C01}"/>
              </a:ext>
            </a:extLst>
          </p:cNvPr>
          <p:cNvSpPr txBox="1"/>
          <p:nvPr/>
        </p:nvSpPr>
        <p:spPr>
          <a:xfrm>
            <a:off x="5444646" y="1676400"/>
            <a:ext cx="35281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F730802-64EC-4604-9059-757E3222859C}"/>
              </a:ext>
            </a:extLst>
          </p:cNvPr>
          <p:cNvSpPr txBox="1"/>
          <p:nvPr/>
        </p:nvSpPr>
        <p:spPr>
          <a:xfrm>
            <a:off x="9379906" y="2313139"/>
            <a:ext cx="352816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/>
              <a:t>3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3ADE9F0-BBAC-4622-838F-3B3E1949DAAB}"/>
              </a:ext>
            </a:extLst>
          </p:cNvPr>
          <p:cNvSpPr txBox="1"/>
          <p:nvPr/>
        </p:nvSpPr>
        <p:spPr>
          <a:xfrm>
            <a:off x="6582426" y="3367413"/>
            <a:ext cx="35281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/>
              <a:t>4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571EDBB-67D2-4B01-A0B8-49B165DD482C}"/>
              </a:ext>
            </a:extLst>
          </p:cNvPr>
          <p:cNvSpPr txBox="1"/>
          <p:nvPr/>
        </p:nvSpPr>
        <p:spPr>
          <a:xfrm>
            <a:off x="2699358" y="3972837"/>
            <a:ext cx="35281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/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78B975-DB7A-4115-B149-15D2BFEFBCFF}"/>
              </a:ext>
            </a:extLst>
          </p:cNvPr>
          <p:cNvSpPr/>
          <p:nvPr/>
        </p:nvSpPr>
        <p:spPr>
          <a:xfrm>
            <a:off x="5234709" y="766618"/>
            <a:ext cx="2528453" cy="80818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1. Cloud based Data-Storage Sanitization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6F900B-77B3-4957-8C53-FEA8B62EB815}"/>
              </a:ext>
            </a:extLst>
          </p:cNvPr>
          <p:cNvSpPr/>
          <p:nvPr/>
        </p:nvSpPr>
        <p:spPr>
          <a:xfrm>
            <a:off x="10049163" y="2313708"/>
            <a:ext cx="2055090" cy="105063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3. Standards for sanitization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742E1A-F1F9-482D-973B-7DB28F0FEF85}"/>
              </a:ext>
            </a:extLst>
          </p:cNvPr>
          <p:cNvSpPr/>
          <p:nvPr/>
        </p:nvSpPr>
        <p:spPr>
          <a:xfrm>
            <a:off x="2694708" y="1505526"/>
            <a:ext cx="2528453" cy="80818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2. Risks associated and incidents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7231C6-3A48-4FCD-8676-EBE4B9995C8C}"/>
              </a:ext>
            </a:extLst>
          </p:cNvPr>
          <p:cNvSpPr/>
          <p:nvPr/>
        </p:nvSpPr>
        <p:spPr>
          <a:xfrm>
            <a:off x="3652981" y="3087254"/>
            <a:ext cx="2528453" cy="80818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4. Cryptographic erasure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15683E-BA4C-4C3A-8E96-5B720950E9AF}"/>
              </a:ext>
            </a:extLst>
          </p:cNvPr>
          <p:cNvSpPr/>
          <p:nvPr/>
        </p:nvSpPr>
        <p:spPr>
          <a:xfrm>
            <a:off x="85435" y="3029526"/>
            <a:ext cx="2528453" cy="80818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5. Implementation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4B7BD-4156-4668-8342-95EAC0221547}"/>
              </a:ext>
            </a:extLst>
          </p:cNvPr>
          <p:cNvSpPr txBox="1"/>
          <p:nvPr/>
        </p:nvSpPr>
        <p:spPr>
          <a:xfrm>
            <a:off x="722456" y="-4907"/>
            <a:ext cx="998826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Univers Condensed Light"/>
              </a:rPr>
              <a:t>Progress on Cloud Data Sanitization</a:t>
            </a:r>
          </a:p>
        </p:txBody>
      </p:sp>
    </p:spTree>
    <p:extLst>
      <p:ext uri="{BB962C8B-B14F-4D97-AF65-F5344CB8AC3E}">
        <p14:creationId xmlns:p14="http://schemas.microsoft.com/office/powerpoint/2010/main" val="2734421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DF3EF-2E3A-438A-95CB-4AEB7D5F74E8}"/>
              </a:ext>
            </a:extLst>
          </p:cNvPr>
          <p:cNvSpPr txBox="1"/>
          <p:nvPr/>
        </p:nvSpPr>
        <p:spPr>
          <a:xfrm>
            <a:off x="4349450" y="117198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Implementation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727A6-D225-4143-A7CC-57B931782720}"/>
              </a:ext>
            </a:extLst>
          </p:cNvPr>
          <p:cNvSpPr txBox="1"/>
          <p:nvPr/>
        </p:nvSpPr>
        <p:spPr>
          <a:xfrm>
            <a:off x="2521633" y="5378725"/>
            <a:ext cx="784508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Video Link - https://drive.google.com/file/d/1m1BtMBcMq9zea5KSPBiZK3x5gxKGerqD/view?usp=sharing</a:t>
            </a:r>
            <a:endParaRPr lang="en-US" sz="1200"/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7849D4A-1B7F-4C93-9568-B056DFEF86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" t="937" r="8199" b="1875"/>
          <a:stretch/>
        </p:blipFill>
        <p:spPr>
          <a:xfrm>
            <a:off x="3191108" y="1986448"/>
            <a:ext cx="5298540" cy="288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07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0AB7-BA90-4FA3-9801-2114BA7D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Future SCOPE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551E-E157-498F-BA4A-30FFCAE32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Experiment more on implementing Linux hardening techniques using Docker and RedHat OpenShift</a:t>
            </a:r>
          </a:p>
          <a:p>
            <a:r>
              <a:rPr lang="en-US"/>
              <a:t>More research into cloud data storage sanitization techniques</a:t>
            </a:r>
          </a:p>
          <a:p>
            <a:pPr lvl="1">
              <a:lnSpc>
                <a:spcPct val="90000"/>
              </a:lnSpc>
            </a:pPr>
            <a:r>
              <a:rPr lang="en-US"/>
              <a:t>Integrated levels of file sharing</a:t>
            </a:r>
          </a:p>
          <a:p>
            <a:pPr>
              <a:lnSpc>
                <a:spcPct val="90000"/>
              </a:lnSpc>
            </a:pPr>
            <a:r>
              <a:rPr lang="en-US"/>
              <a:t>Data Storage Sanitization</a:t>
            </a:r>
            <a:endParaRPr lang="en-US">
              <a:ea typeface="+mn-lt"/>
              <a:cs typeface="+mn-lt"/>
            </a:endParaRPr>
          </a:p>
          <a:p>
            <a:pPr lvl="1">
              <a:lnSpc>
                <a:spcPct val="90000"/>
              </a:lnSpc>
            </a:pPr>
            <a:r>
              <a:rPr lang="en-US"/>
              <a:t>Try to build a technology to solve the problem to improve efficiency of data sanitization.</a:t>
            </a:r>
          </a:p>
          <a:p>
            <a:pPr lvl="1">
              <a:lnSpc>
                <a:spcPct val="90000"/>
              </a:lnSpc>
            </a:pPr>
            <a:r>
              <a:rPr lang="en-US"/>
              <a:t>Develop the prototype further and implement integrity models.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20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0975-A333-4332-A2FA-5CADB1E7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18961-9DA3-481F-BF85-5D5CF8F10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000000"/>
                </a:solidFill>
                <a:effectLst/>
              </a:rPr>
              <a:t>("CVE-2019-15752 : Docker Desktop Community Edition before 2.1.0.1 allows local users to gain privileges by placing a Trojan horse docker-c", 2021)</a:t>
            </a:r>
          </a:p>
          <a:p>
            <a:r>
              <a:rPr lang="en-US">
                <a:ea typeface="+mn-lt"/>
                <a:cs typeface="+mn-lt"/>
              </a:rPr>
              <a:t>("CVE -CVE-2021-21284", 2021)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("Docker </a:t>
            </a:r>
            <a:r>
              <a:rPr lang="en-US" err="1">
                <a:ea typeface="+mn-lt"/>
                <a:cs typeface="+mn-lt"/>
              </a:rPr>
              <a:t>userns</a:t>
            </a:r>
            <a:r>
              <a:rPr lang="en-US">
                <a:ea typeface="+mn-lt"/>
                <a:cs typeface="+mn-lt"/>
              </a:rPr>
              <a:t>-remap and system users on Linux", 2021)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https://docs.docker.com/engine/security/apparmor/</a:t>
            </a:r>
          </a:p>
          <a:p>
            <a:r>
              <a:rPr lang="en-US">
                <a:ea typeface="+mn-lt"/>
                <a:cs typeface="+mn-lt"/>
              </a:rPr>
              <a:t>https://docs.docker.com/engine/security/userns-remap/</a:t>
            </a:r>
          </a:p>
          <a:p>
            <a:r>
              <a:rPr lang="en-US">
                <a:ea typeface="+mn-lt"/>
                <a:cs typeface="+mn-lt"/>
              </a:rPr>
              <a:t>https://docs.docker.com/engine/extend/plugins_authorization/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13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5BBCD3F9-667E-4FA8-A7F2-8402893991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06" t="9091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1CEDC-19F8-4D3A-9BCA-8FBB78EC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Thank you! </a:t>
            </a:r>
            <a:br>
              <a:rPr lang="en-US"/>
            </a:br>
            <a:r>
              <a:rPr lang="en-US"/>
              <a:t>Any Questions 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810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AnalogousFromDarkSeedLeftStep">
      <a:dk1>
        <a:srgbClr val="000000"/>
      </a:dk1>
      <a:lt1>
        <a:srgbClr val="FFFFFF"/>
      </a:lt1>
      <a:dk2>
        <a:srgbClr val="1A1633"/>
      </a:dk2>
      <a:lt2>
        <a:srgbClr val="F0F3F1"/>
      </a:lt2>
      <a:accent1>
        <a:srgbClr val="D13FBA"/>
      </a:accent1>
      <a:accent2>
        <a:srgbClr val="9A2DBF"/>
      </a:accent2>
      <a:accent3>
        <a:srgbClr val="6F3FD1"/>
      </a:accent3>
      <a:accent4>
        <a:srgbClr val="313EC0"/>
      </a:accent4>
      <a:accent5>
        <a:srgbClr val="3F89D1"/>
      </a:accent5>
      <a:accent6>
        <a:srgbClr val="2DB4BF"/>
      </a:accent6>
      <a:hlink>
        <a:srgbClr val="3F6BBF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ChronicleVTI</vt:lpstr>
      <vt:lpstr>office theme</vt:lpstr>
      <vt:lpstr>High Assurance Cloud Compute and Storage</vt:lpstr>
      <vt:lpstr>Overview</vt:lpstr>
      <vt:lpstr>Progress</vt:lpstr>
      <vt:lpstr>What is a container</vt:lpstr>
      <vt:lpstr>PRIVILEGE ESCALATION  </vt:lpstr>
      <vt:lpstr>gaining root access </vt:lpstr>
      <vt:lpstr>PowerPoint Presentation</vt:lpstr>
      <vt:lpstr>Running SELinux </vt:lpstr>
      <vt:lpstr>Docker Namespace Remapping</vt:lpstr>
      <vt:lpstr>Docker Privileged mode</vt:lpstr>
      <vt:lpstr>PowerPoint Presentation</vt:lpstr>
      <vt:lpstr>PowerPoint Presentation</vt:lpstr>
      <vt:lpstr>PowerPoint Presentation</vt:lpstr>
      <vt:lpstr>Authorization Plugins</vt:lpstr>
      <vt:lpstr>PowerPoint Presentation</vt:lpstr>
      <vt:lpstr>PowerPoint Presentation</vt:lpstr>
      <vt:lpstr>Future SCOPE</vt:lpstr>
      <vt:lpstr>REFERENCES</vt:lpstr>
      <vt:lpstr>Thank you!  Any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Privilege Escalation </dc:title>
  <dc:creator>CHETAN GARIKAPATI</dc:creator>
  <cp:revision>1</cp:revision>
  <dcterms:created xsi:type="dcterms:W3CDTF">2021-03-25T22:03:01Z</dcterms:created>
  <dcterms:modified xsi:type="dcterms:W3CDTF">2021-05-07T15:17:00Z</dcterms:modified>
</cp:coreProperties>
</file>