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Proxima Nova Semibold"/>
      <p:regular r:id="rId24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ProximaNovaSemibold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Semibold-boldItalic.fntdata"/><Relationship Id="rId25" Type="http://schemas.openxmlformats.org/officeDocument/2006/relationships/font" Target="fonts/ProximaNova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fa00bc662f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fa00bc662f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f7cc5d236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f7cc5d236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fa00bc662f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fa00bc662f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f7cc5d236d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f7cc5d236d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7cc5d236d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7cc5d236d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a00bc662f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a00bc662f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f7cc5d236d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f7cc5d236d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a00bc662f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a00bc662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fa00bc662f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fa00bc662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a00bc662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a00bc662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fa00bc662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fa00bc662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99919a1d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99919a1d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f99919a1d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f99919a1d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610625" y="1337725"/>
            <a:ext cx="36450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1061825" y="3961400"/>
            <a:ext cx="31938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/>
          <p:nvPr/>
        </p:nvSpPr>
        <p:spPr>
          <a:xfrm>
            <a:off x="2085300" y="3868895"/>
            <a:ext cx="2086800" cy="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5" name="Google Shape;15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610625" y="1337725"/>
            <a:ext cx="36450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How to Build Trust Into 5G:</a:t>
            </a:r>
            <a:endParaRPr sz="3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Midterm Presentation</a:t>
            </a:r>
            <a:endParaRPr sz="3600"/>
          </a:p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1061825" y="3961400"/>
            <a:ext cx="31938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Rahul Muthyam, </a:t>
            </a:r>
            <a:r>
              <a:rPr lang="en" sz="1800"/>
              <a:t>Benjamin Stark, </a:t>
            </a:r>
            <a:r>
              <a:rPr lang="en" sz="1800"/>
              <a:t>Gandhar Joshi, Marlon Schumacher, Nikhil Joshi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Introduction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Goals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Team Approach</a:t>
            </a:r>
            <a:endParaRPr sz="14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Current Progress and Results</a:t>
            </a:r>
            <a:endParaRPr sz="1800"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Choices of Attestation Protocol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Handover and Attestation Workflow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Testbed Implementation</a:t>
            </a:r>
            <a:endParaRPr sz="14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Future Plans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1251975" y="1116150"/>
            <a:ext cx="7366200" cy="3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5G is moving to a decentralized, autonomous network architecture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Decentralization involves sharing parts of 5G’s infrastructure with third parties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Need a </a:t>
            </a:r>
            <a:r>
              <a:rPr lang="en" sz="1800">
                <a:solidFill>
                  <a:schemeClr val="lt1"/>
                </a:solidFill>
              </a:rPr>
              <a:t>security system to verify the trust of the third parties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Remote attestation may be the solution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Protocol asks device to send info to verifying agent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Agent </a:t>
            </a:r>
            <a:r>
              <a:rPr lang="en" sz="1800">
                <a:solidFill>
                  <a:schemeClr val="lt1"/>
                </a:solidFill>
              </a:rPr>
              <a:t>verifies device’s integrity based on info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F</a:t>
            </a:r>
            <a:r>
              <a:rPr lang="en" sz="1800">
                <a:solidFill>
                  <a:schemeClr val="lt1"/>
                </a:solidFill>
              </a:rPr>
              <a:t>igure out how to implement mutual remote attestation into 5G network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Figure out how to implement attestation in roaming/handover use case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Approach</a:t>
            </a:r>
            <a:endParaRPr/>
          </a:p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1297500" y="1206225"/>
            <a:ext cx="7176300" cy="3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We are using Docker + Open5GS + UERANSIM testbed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Simulates the 5G network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Used to implement workflows and protocols into 5G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We are using Wireshark to collect network information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Final product will be </a:t>
            </a:r>
            <a:r>
              <a:rPr lang="en" sz="1800">
                <a:solidFill>
                  <a:schemeClr val="lt1"/>
                </a:solidFill>
              </a:rPr>
              <a:t>implementation</a:t>
            </a:r>
            <a:r>
              <a:rPr lang="en" sz="1800">
                <a:solidFill>
                  <a:schemeClr val="lt1"/>
                </a:solidFill>
              </a:rPr>
              <a:t> of existing attestation protocol workflow in handover/roaming scenario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Should work smoothly and securely in decentralized 5G network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Should guarantee accurate verification of trust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Progress and Results</a:t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Created flow-diagrams to illustrate how remote attestation would be implemented in the handover test case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Created a testbed using Open5GS and UERANSIM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Implemented Wireshark into the testbed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Choices of Attestation Protocol</a:t>
            </a:r>
            <a:endParaRPr/>
          </a:p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Collective Remote Attestation (CRA) Protocol</a:t>
            </a:r>
            <a:endParaRPr sz="1800">
              <a:solidFill>
                <a:schemeClr val="lt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Uses unique measurement that obtained from an entire network of IoT devices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Used to describe the collective status of whole network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Can also provide status of each device in the network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Main advantage: Easily scalable for larger networks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Disadvantage: Must identify whether an attestation scenario was caused by either intermittent connections or compromised devices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Choices</a:t>
            </a:r>
            <a:r>
              <a:rPr lang="en"/>
              <a:t> of Attestation Protocol-Contd</a:t>
            </a:r>
            <a:endParaRPr/>
          </a:p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Authentication and Key Agreement (AKA) Protocol</a:t>
            </a:r>
            <a:endParaRPr sz="1800">
              <a:solidFill>
                <a:schemeClr val="lt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Main Advantages: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Is standardized for 5G network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Is one of the primary defined authentication methods 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Goals: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Mutually authenticate subscribers and their carriers 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Establish secure channel to protect subsequent communication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 sz="1400">
                <a:solidFill>
                  <a:schemeClr val="lt1"/>
                </a:solidFill>
              </a:rPr>
              <a:t>We ultimately chose this protocol for testing</a:t>
            </a:r>
            <a:endParaRPr b="1"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Handover and Attestation Workflow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975" y="1307851"/>
            <a:ext cx="7253098" cy="314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Handover and Attestation Workflow</a:t>
            </a:r>
            <a:endParaRPr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513" y="1070037"/>
            <a:ext cx="6726876" cy="390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AKA Protocol Diagram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3">
            <a:alphaModFix/>
          </a:blip>
          <a:srcRect b="0" l="8172" r="0" t="0"/>
          <a:stretch/>
        </p:blipFill>
        <p:spPr>
          <a:xfrm>
            <a:off x="1379587" y="1399800"/>
            <a:ext cx="6874727" cy="32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5G Testbed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925" y="1005325"/>
            <a:ext cx="6920051" cy="40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Plans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Map functionalities from handover diagrams to testbed implementation diagram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Implement handover scenario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Implement attestation protocols into handover use case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Migrate the testbed from Docker to Kubernetes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Report on our research findings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1153350" y="24712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