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a17b6b21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a17b6b21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a17b6b2166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a17b6b2166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a17b6b2166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a17b6b2166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17b6b2166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17b6b2166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a17b6b2166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a17b6b2166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a17b6b216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a17b6b216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a1e0ee1a2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a1e0ee1a2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Exploration of Use Cases within VEINS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35976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University of Texas at Dallas: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Caleb Hoff, Tram Pham, Henry Tran, James Wei, Dylan Yu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975" y="1323300"/>
            <a:ext cx="3385625" cy="24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and Motivation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Approach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 Case 1: </a:t>
            </a:r>
            <a:r>
              <a:rPr lang="en"/>
              <a:t>Situational</a:t>
            </a:r>
            <a:r>
              <a:rPr lang="en"/>
              <a:t> Awareness - Obstacle Collision 2.0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 Case 2: Loss of Sensor or Network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Issues Encountered 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Situational Awareness - Obstacle Collision 2.0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Loss of Sensor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Veins is an open source framework for running vehicular network simulations. It is based on two well-established simulators: OMNeT++, an event-based network simulator, and SUMO, a road traffic simulator.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catastrophic consequences from cybersecurity attacks against confidentiality, integrity, and availability.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Concerned about the loss of life and simulating use cases and implementing security controls can help prevent injury and death.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4200" y="3955975"/>
            <a:ext cx="5435600" cy="9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298" name="Google Shape;298;p16"/>
          <p:cNvSpPr txBox="1"/>
          <p:nvPr>
            <p:ph idx="1" type="body"/>
          </p:nvPr>
        </p:nvSpPr>
        <p:spPr>
          <a:xfrm>
            <a:off x="1303800" y="1990050"/>
            <a:ext cx="7030500" cy="29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1: Situational Awareness - Obstacle Collision 2.0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extension of use case Situational Awareness - Obstacle (SAW - 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classification of foreign objects and implement appropriate courses of action to avoid collision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consideration of spoofed object messages and hijacked detection systems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 Case 2: Loss of Sensor or Network 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new use case where communication with a sensor on the vehicle is lost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 is to implement a foundation of security controls whenever a node loses connection so it can still operate safely without sensory feedback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Encountered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1303800" y="1990050"/>
            <a:ext cx="4452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Setting up environment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Issues with documentation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Excess of scattered source code (too many </a:t>
            </a:r>
            <a:r>
              <a:rPr lang="en"/>
              <a:t>subfolders</a:t>
            </a:r>
            <a:r>
              <a:rPr lang="en"/>
              <a:t> with similar naming schemes)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Undocumented dependencies </a:t>
            </a:r>
            <a:endParaRPr/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8375" y="167638"/>
            <a:ext cx="2154425" cy="4808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Situational Awareness - Obstacle Collision 2.0</a:t>
            </a:r>
            <a:endParaRPr sz="2400"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990050"/>
            <a:ext cx="39279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Classification of obstacles as moving or stationary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Car (node[0]) that detects the foreign object relays a collision message to other nodes containing a RoadId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Cars (node[1]/[2]) that receive the message will be changed into a cautionary status indicated blue and be rerouted on an alternative path not on that RoadId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Progression of use case will be extended into use case 2</a:t>
            </a:r>
            <a:endParaRPr/>
          </a:p>
        </p:txBody>
      </p:sp>
      <p:pic>
        <p:nvPicPr>
          <p:cNvPr id="312" name="Google Shape;3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225" y="1397575"/>
            <a:ext cx="2208239" cy="324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of Sensor</a:t>
            </a:r>
            <a:endParaRPr b="0"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</a:t>
            </a:r>
            <a:r>
              <a:rPr lang="en"/>
              <a:t>ommunication with a sensor on the vehicle is lost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Implement a foundation of security controls whenever a node loses connection so it can still operate safely without sensory feedback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Focus on a cautionary safe state for a vehicle to prevent loss of life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Voting system to filter out single malicious messages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525" y="1990053"/>
            <a:ext cx="3868525" cy="17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