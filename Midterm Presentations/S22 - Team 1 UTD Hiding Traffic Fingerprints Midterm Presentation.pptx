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embeddedFontLst>
    <p:embeddedFont>
      <p:font typeface="EB Garamond"/>
      <p:regular r:id="rId25"/>
      <p:bold r:id="rId26"/>
      <p:italic r:id="rId27"/>
      <p:boldItalic r:id="rId28"/>
    </p:embeddedFont>
    <p:embeddedFont>
      <p:font typeface="Average"/>
      <p:regular r:id="rId29"/>
    </p:embeddedFont>
    <p:embeddedFont>
      <p:font typeface="Oswald"/>
      <p:regular r:id="rId30"/>
      <p:bold r:id="rId3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EBGaramond-bold.fntdata"/><Relationship Id="rId25" Type="http://schemas.openxmlformats.org/officeDocument/2006/relationships/font" Target="fonts/EBGaramond-regular.fntdata"/><Relationship Id="rId28" Type="http://schemas.openxmlformats.org/officeDocument/2006/relationships/font" Target="fonts/EBGaramond-boldItalic.fntdata"/><Relationship Id="rId27" Type="http://schemas.openxmlformats.org/officeDocument/2006/relationships/font" Target="fonts/EBGaramond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verage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Oswald-bold.fntdata"/><Relationship Id="rId30" Type="http://schemas.openxmlformats.org/officeDocument/2006/relationships/font" Target="fonts/Oswald-regular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1198943ac88_0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1198943ac88_0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120642e877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120642e877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120dad2299b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120dad2299b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120642e877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120642e877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20642e877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120642e877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119c84ab94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119c84ab94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120642e877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120642e877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1209dec25b4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1209dec25b4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120642e877a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120642e877a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Presenting - Joseph Norman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1209dec25b4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1209dec25b4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120642e877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120642e877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Presenting - Joseph Norman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2107c802f0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2107c802f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12107c802f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12107c802f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12107c802f0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12107c802f0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1209dec25b4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1209dec25b4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120642e877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120642e877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Presenting - Joseph Norman</a:t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119c84ab94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119c84ab94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120642e877a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120642e877a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Presenting - Joseph Norman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28355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Hiding Traffic Fingerprints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722500" y="3196200"/>
            <a:ext cx="7801500" cy="194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Technical Director - William Layton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605"/>
              <a:buNone/>
            </a:pPr>
            <a:r>
              <a:rPr lang="en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Ruiyu Mao, Joseph Norman, Tram Pham, Marlon Schumacher, Alinta Wang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Agenda</a:t>
            </a:r>
            <a:endParaRPr/>
          </a:p>
        </p:txBody>
      </p:sp>
      <p:sp>
        <p:nvSpPr>
          <p:cNvPr id="66" name="Google Shape;66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Introduction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Goals and Approach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Progress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Experiments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Next Steps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Timeline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Q&amp;A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Website fingerprinting is the technique of enabling an eavesdropper to determine a user’s web activity.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It utilizes features of the user’s packet sequence in order to obtain information and knowledge of their personal lives.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Even if traffic is encrypted, traffic trends for specific websites can reveal a user’s usage patterns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This gives vulnerability to any user’s privacy and underscores the gravity of building a stronger defense system.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9450" y="3380350"/>
            <a:ext cx="2530301" cy="14238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7620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Motivation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430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Online services and communication is exponentially progressing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Leads to rapidly growing concern of privacy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Attackers are able to gain sensitive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To what extent?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Contributing to ongoing research will establish better understanding of how dangerous traffic fingerprinting is</a:t>
            </a:r>
            <a:endParaRPr/>
          </a:p>
        </p:txBody>
      </p:sp>
      <p:pic>
        <p:nvPicPr>
          <p:cNvPr id="80" name="Google Shape;8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43825" y="1435850"/>
            <a:ext cx="3818625" cy="2545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Goals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G</a:t>
            </a:r>
            <a:r>
              <a:rPr lang="en"/>
              <a:t>ain a thorough understanding and </a:t>
            </a:r>
            <a:r>
              <a:rPr lang="en"/>
              <a:t>quantification</a:t>
            </a:r>
            <a:r>
              <a:rPr lang="en"/>
              <a:t> of the threat of traffic fingerprinting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Understand how much we need to do to protect against traffic fingerprinting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Provide insight into ways traffic fingerprinting can be done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Figure out potential ways to mitigate traffic fingerprinting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Team Approach</a:t>
            </a:r>
            <a:endParaRPr/>
          </a:p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Research existing models of traffic fingerprinting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Examine models through experimentation and testing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Build and expand on the models by creating and testing variations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Conduct further experiments and analyze results</a:t>
            </a:r>
            <a:endParaRPr/>
          </a:p>
        </p:txBody>
      </p:sp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4475" y="2675353"/>
            <a:ext cx="1891125" cy="1891125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Progress</a:t>
            </a:r>
            <a:endParaRPr/>
          </a:p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Shifted focus on creating </a:t>
            </a:r>
            <a:r>
              <a:rPr lang="en"/>
              <a:t>experiments</a:t>
            </a:r>
            <a:r>
              <a:rPr lang="en"/>
              <a:t> that build upon the attack/defense models described in the paper “WF-GAN: Fighting Back Against Website Fingerprinting Attack Using Adversarial Learning”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Established testing environment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WF-GAN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Deep learning classifiers make traffic fingerprinting hard to combat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Solution: Website Fingerprinting Generative Adversarial Network (WF-GAN)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14250" y="2001425"/>
            <a:ext cx="5515499" cy="2969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WF-GAN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WF-GAN obscures data from fingerprinting attacks and classifiers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Converts data into I/O burst sequences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Splits data into original and fake data and sends both to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Discriminator in network determines whether data can be sent as a normal packet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Make it hard to tell real data from fake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Generates adversarial examples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Slightly altered version of original data to </a:t>
            </a:r>
            <a:r>
              <a:rPr lang="en"/>
              <a:t>throw</a:t>
            </a:r>
            <a:r>
              <a:rPr lang="en"/>
              <a:t> off classifiers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WF-GAN trained against the Deep Learning WF attack until WF-GAN’s data loss was minimized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After training, WF-GAN could successfully fool classifiers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90% success rate for untargeted and targeted defense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Testing Environment</a:t>
            </a:r>
            <a:endParaRPr/>
          </a:p>
        </p:txBody>
      </p:sp>
      <p:sp>
        <p:nvSpPr>
          <p:cNvPr id="118" name="Google Shape;118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Virtual Machine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Set up Wireshark to read network traffic from VM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10 minutes of generic use on a website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Twitch, Reddit, Youtube, Twitter, etc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Collect flow metrics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MB/sec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Inbound/Outbound</a:t>
            </a:r>
            <a:endParaRPr/>
          </a:p>
        </p:txBody>
      </p:sp>
      <p:pic>
        <p:nvPicPr>
          <p:cNvPr id="119" name="Google Shape;11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69963" y="3206788"/>
            <a:ext cx="3362325" cy="136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Testing Environment (continued)</a:t>
            </a:r>
            <a:endParaRPr/>
          </a:p>
        </p:txBody>
      </p:sp>
      <p:pic>
        <p:nvPicPr>
          <p:cNvPr id="125" name="Google Shape;125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75050" y="1179787"/>
            <a:ext cx="7393896" cy="336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Traffic on Twitch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1763" y="1152475"/>
            <a:ext cx="6320486" cy="34164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Traffic on YouTube</a:t>
            </a:r>
            <a:endParaRPr/>
          </a:p>
        </p:txBody>
      </p:sp>
      <p:pic>
        <p:nvPicPr>
          <p:cNvPr id="137" name="Google Shape;137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3225" y="1152475"/>
            <a:ext cx="6137539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Traffic on Reddit</a:t>
            </a:r>
            <a:endParaRPr/>
          </a:p>
        </p:txBody>
      </p:sp>
      <p:pic>
        <p:nvPicPr>
          <p:cNvPr id="143" name="Google Shape;14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70583" y="1152475"/>
            <a:ext cx="6202819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 Traffic on Twitter</a:t>
            </a:r>
            <a:endParaRPr/>
          </a:p>
        </p:txBody>
      </p:sp>
      <p:pic>
        <p:nvPicPr>
          <p:cNvPr id="149" name="Google Shape;14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08613" y="1152475"/>
            <a:ext cx="6126787" cy="34163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Website Fingerprinting Attack</a:t>
            </a:r>
            <a:endParaRPr/>
          </a:p>
        </p:txBody>
      </p:sp>
      <p:sp>
        <p:nvSpPr>
          <p:cNvPr id="155" name="Google Shape;155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the Deep Learning Web Fingerprinting Attack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Collecting sessions in PCAP files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Converting PCAPs to Pandas Dataframes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Aggregating packet sizes by inbound/outbound and timestamps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Timestamps aggregated by sample rate (i.e. per second)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Repeatedly sample random 1 minute segments from the PCAP session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Inputs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Inbound 60 sampled MB/s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Outbound 60 sampled MB/s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➢"/>
            </a:pPr>
            <a:r>
              <a:rPr lang="en"/>
              <a:t>Label: website the PCAP captured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Train Tensorflow NN over several epochs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Test NN with newly captured PCAP session</a:t>
            </a:r>
            <a:endParaRPr/>
          </a:p>
        </p:txBody>
      </p:sp>
      <p:pic>
        <p:nvPicPr>
          <p:cNvPr id="156" name="Google Shape;156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07175" y="3152100"/>
            <a:ext cx="1325124" cy="141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Plans</a:t>
            </a:r>
            <a:endParaRPr/>
          </a:p>
        </p:txBody>
      </p:sp>
      <p:sp>
        <p:nvSpPr>
          <p:cNvPr id="162" name="Google Shape;16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Randomly sample 1 minute intervals from our online sessions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Train a web fingerprinting attack with Deep Learning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Train a classifier to associate flow metrics with websites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❖"/>
            </a:pPr>
            <a:r>
              <a:rPr lang="en"/>
              <a:t>Use an Adversarial Network to fool the classifier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Timeline</a:t>
            </a:r>
            <a:endParaRPr/>
          </a:p>
        </p:txBody>
      </p:sp>
      <p:sp>
        <p:nvSpPr>
          <p:cNvPr id="168" name="Google Shape;168;p30"/>
          <p:cNvSpPr/>
          <p:nvPr/>
        </p:nvSpPr>
        <p:spPr>
          <a:xfrm>
            <a:off x="2337038" y="2599749"/>
            <a:ext cx="100601" cy="100603"/>
          </a:xfrm>
          <a:custGeom>
            <a:rect b="b" l="l" r="r" t="t"/>
            <a:pathLst>
              <a:path extrusionOk="0" h="510" w="510">
                <a:moveTo>
                  <a:pt x="255" y="0"/>
                </a:moveTo>
                <a:cubicBezTo>
                  <a:pt x="114" y="0"/>
                  <a:pt x="0" y="114"/>
                  <a:pt x="0" y="255"/>
                </a:cubicBezTo>
                <a:cubicBezTo>
                  <a:pt x="0" y="396"/>
                  <a:pt x="114" y="510"/>
                  <a:pt x="255" y="510"/>
                </a:cubicBezTo>
                <a:cubicBezTo>
                  <a:pt x="396" y="510"/>
                  <a:pt x="510" y="396"/>
                  <a:pt x="510" y="255"/>
                </a:cubicBezTo>
                <a:cubicBezTo>
                  <a:pt x="510" y="114"/>
                  <a:pt x="396" y="0"/>
                  <a:pt x="25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30"/>
          <p:cNvSpPr/>
          <p:nvPr/>
        </p:nvSpPr>
        <p:spPr>
          <a:xfrm>
            <a:off x="5223755" y="2375072"/>
            <a:ext cx="13808" cy="255254"/>
          </a:xfrm>
          <a:custGeom>
            <a:rect b="b" l="l" r="r" t="t"/>
            <a:pathLst>
              <a:path extrusionOk="0" h="1294" w="70">
                <a:moveTo>
                  <a:pt x="1" y="0"/>
                </a:moveTo>
                <a:lnTo>
                  <a:pt x="1" y="1293"/>
                </a:lnTo>
                <a:lnTo>
                  <a:pt x="69" y="1293"/>
                </a:lnTo>
                <a:lnTo>
                  <a:pt x="6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30"/>
          <p:cNvSpPr/>
          <p:nvPr/>
        </p:nvSpPr>
        <p:spPr>
          <a:xfrm>
            <a:off x="6608936" y="2757162"/>
            <a:ext cx="100799" cy="100800"/>
          </a:xfrm>
          <a:custGeom>
            <a:rect b="b" l="l" r="r" t="t"/>
            <a:pathLst>
              <a:path extrusionOk="0" h="511" w="511">
                <a:moveTo>
                  <a:pt x="255" y="1"/>
                </a:moveTo>
                <a:cubicBezTo>
                  <a:pt x="115" y="1"/>
                  <a:pt x="1" y="115"/>
                  <a:pt x="1" y="256"/>
                </a:cubicBezTo>
                <a:cubicBezTo>
                  <a:pt x="1" y="396"/>
                  <a:pt x="115" y="510"/>
                  <a:pt x="255" y="510"/>
                </a:cubicBezTo>
                <a:cubicBezTo>
                  <a:pt x="396" y="510"/>
                  <a:pt x="510" y="396"/>
                  <a:pt x="510" y="256"/>
                </a:cubicBezTo>
                <a:cubicBezTo>
                  <a:pt x="510" y="115"/>
                  <a:pt x="396" y="1"/>
                  <a:pt x="25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1" name="Google Shape;171;p30"/>
          <p:cNvGrpSpPr/>
          <p:nvPr/>
        </p:nvGrpSpPr>
        <p:grpSpPr>
          <a:xfrm>
            <a:off x="311700" y="2375072"/>
            <a:ext cx="6997695" cy="704610"/>
            <a:chOff x="1080475" y="2472572"/>
            <a:chExt cx="6997695" cy="704610"/>
          </a:xfrm>
        </p:grpSpPr>
        <p:grpSp>
          <p:nvGrpSpPr>
            <p:cNvPr id="172" name="Google Shape;172;p30"/>
            <p:cNvGrpSpPr/>
            <p:nvPr/>
          </p:nvGrpSpPr>
          <p:grpSpPr>
            <a:xfrm>
              <a:off x="1680140" y="2854662"/>
              <a:ext cx="100799" cy="322520"/>
              <a:chOff x="1914340" y="2854662"/>
              <a:chExt cx="100799" cy="322520"/>
            </a:xfrm>
          </p:grpSpPr>
          <p:sp>
            <p:nvSpPr>
              <p:cNvPr id="173" name="Google Shape;173;p30"/>
              <p:cNvSpPr/>
              <p:nvPr/>
            </p:nvSpPr>
            <p:spPr>
              <a:xfrm>
                <a:off x="1914340" y="2854662"/>
                <a:ext cx="100799" cy="100800"/>
              </a:xfrm>
              <a:custGeom>
                <a:rect b="b" l="l" r="r" t="t"/>
                <a:pathLst>
                  <a:path extrusionOk="0" h="511" w="511">
                    <a:moveTo>
                      <a:pt x="256" y="1"/>
                    </a:moveTo>
                    <a:cubicBezTo>
                      <a:pt x="115" y="1"/>
                      <a:pt x="1" y="115"/>
                      <a:pt x="1" y="256"/>
                    </a:cubicBezTo>
                    <a:cubicBezTo>
                      <a:pt x="1" y="396"/>
                      <a:pt x="115" y="510"/>
                      <a:pt x="256" y="510"/>
                    </a:cubicBezTo>
                    <a:cubicBezTo>
                      <a:pt x="396" y="510"/>
                      <a:pt x="510" y="396"/>
                      <a:pt x="510" y="256"/>
                    </a:cubicBezTo>
                    <a:cubicBezTo>
                      <a:pt x="510" y="115"/>
                      <a:pt x="396" y="1"/>
                      <a:pt x="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4" name="Google Shape;174;p30"/>
              <p:cNvSpPr/>
              <p:nvPr/>
            </p:nvSpPr>
            <p:spPr>
              <a:xfrm>
                <a:off x="1957934" y="2921927"/>
                <a:ext cx="13611" cy="255254"/>
              </a:xfrm>
              <a:custGeom>
                <a:rect b="b" l="l" r="r" t="t"/>
                <a:pathLst>
                  <a:path extrusionOk="0" h="1294" w="69">
                    <a:moveTo>
                      <a:pt x="0" y="0"/>
                    </a:moveTo>
                    <a:lnTo>
                      <a:pt x="0" y="1293"/>
                    </a:lnTo>
                    <a:lnTo>
                      <a:pt x="69" y="1293"/>
                    </a:lnTo>
                    <a:lnTo>
                      <a:pt x="69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5" name="Google Shape;175;p30"/>
            <p:cNvSpPr/>
            <p:nvPr/>
          </p:nvSpPr>
          <p:spPr>
            <a:xfrm>
              <a:off x="3149210" y="2472572"/>
              <a:ext cx="13808" cy="255254"/>
            </a:xfrm>
            <a:custGeom>
              <a:rect b="b" l="l" r="r" t="t"/>
              <a:pathLst>
                <a:path extrusionOk="0" h="1294" w="70">
                  <a:moveTo>
                    <a:pt x="1" y="0"/>
                  </a:moveTo>
                  <a:lnTo>
                    <a:pt x="1" y="1293"/>
                  </a:lnTo>
                  <a:lnTo>
                    <a:pt x="69" y="129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" name="Google Shape;176;p30"/>
            <p:cNvGrpSpPr/>
            <p:nvPr/>
          </p:nvGrpSpPr>
          <p:grpSpPr>
            <a:xfrm>
              <a:off x="4521507" y="2854662"/>
              <a:ext cx="100996" cy="322520"/>
              <a:chOff x="4521502" y="2854662"/>
              <a:chExt cx="100996" cy="322520"/>
            </a:xfrm>
          </p:grpSpPr>
          <p:sp>
            <p:nvSpPr>
              <p:cNvPr id="177" name="Google Shape;177;p30"/>
              <p:cNvSpPr/>
              <p:nvPr/>
            </p:nvSpPr>
            <p:spPr>
              <a:xfrm>
                <a:off x="4521502" y="2854662"/>
                <a:ext cx="100996" cy="100800"/>
              </a:xfrm>
              <a:custGeom>
                <a:rect b="b" l="l" r="r" t="t"/>
                <a:pathLst>
                  <a:path extrusionOk="0" h="511" w="512">
                    <a:moveTo>
                      <a:pt x="257" y="1"/>
                    </a:moveTo>
                    <a:cubicBezTo>
                      <a:pt x="114" y="1"/>
                      <a:pt x="0" y="115"/>
                      <a:pt x="0" y="256"/>
                    </a:cubicBezTo>
                    <a:cubicBezTo>
                      <a:pt x="0" y="396"/>
                      <a:pt x="114" y="510"/>
                      <a:pt x="257" y="510"/>
                    </a:cubicBezTo>
                    <a:cubicBezTo>
                      <a:pt x="398" y="510"/>
                      <a:pt x="512" y="396"/>
                      <a:pt x="512" y="256"/>
                    </a:cubicBezTo>
                    <a:cubicBezTo>
                      <a:pt x="512" y="115"/>
                      <a:pt x="398" y="1"/>
                      <a:pt x="25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30"/>
              <p:cNvSpPr/>
              <p:nvPr/>
            </p:nvSpPr>
            <p:spPr>
              <a:xfrm>
                <a:off x="4565293" y="2921927"/>
                <a:ext cx="13414" cy="255254"/>
              </a:xfrm>
              <a:custGeom>
                <a:rect b="b" l="l" r="r" t="t"/>
                <a:pathLst>
                  <a:path extrusionOk="0" h="1294" w="68">
                    <a:moveTo>
                      <a:pt x="1" y="0"/>
                    </a:moveTo>
                    <a:lnTo>
                      <a:pt x="1" y="1293"/>
                    </a:lnTo>
                    <a:lnTo>
                      <a:pt x="67" y="1293"/>
                    </a:lnTo>
                    <a:lnTo>
                      <a:pt x="6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79" name="Google Shape;179;p30"/>
            <p:cNvSpPr/>
            <p:nvPr/>
          </p:nvSpPr>
          <p:spPr>
            <a:xfrm>
              <a:off x="5949134" y="2697249"/>
              <a:ext cx="100601" cy="100603"/>
            </a:xfrm>
            <a:custGeom>
              <a:rect b="b" l="l" r="r" t="t"/>
              <a:pathLst>
                <a:path extrusionOk="0" h="510" w="510">
                  <a:moveTo>
                    <a:pt x="255" y="0"/>
                  </a:moveTo>
                  <a:cubicBezTo>
                    <a:pt x="114" y="0"/>
                    <a:pt x="0" y="114"/>
                    <a:pt x="0" y="255"/>
                  </a:cubicBezTo>
                  <a:cubicBezTo>
                    <a:pt x="0" y="396"/>
                    <a:pt x="114" y="510"/>
                    <a:pt x="255" y="510"/>
                  </a:cubicBezTo>
                  <a:cubicBezTo>
                    <a:pt x="396" y="510"/>
                    <a:pt x="510" y="396"/>
                    <a:pt x="510" y="255"/>
                  </a:cubicBezTo>
                  <a:cubicBezTo>
                    <a:pt x="510" y="114"/>
                    <a:pt x="396" y="0"/>
                    <a:pt x="25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0" name="Google Shape;180;p30"/>
            <p:cNvGrpSpPr/>
            <p:nvPr/>
          </p:nvGrpSpPr>
          <p:grpSpPr>
            <a:xfrm>
              <a:off x="1080475" y="2746761"/>
              <a:ext cx="6997695" cy="159583"/>
              <a:chOff x="1080475" y="2746761"/>
              <a:chExt cx="6997695" cy="159583"/>
            </a:xfrm>
          </p:grpSpPr>
          <p:sp>
            <p:nvSpPr>
              <p:cNvPr id="181" name="Google Shape;181;p30"/>
              <p:cNvSpPr/>
              <p:nvPr/>
            </p:nvSpPr>
            <p:spPr>
              <a:xfrm>
                <a:off x="1080475" y="2746761"/>
                <a:ext cx="1300124" cy="159583"/>
              </a:xfrm>
              <a:custGeom>
                <a:rect b="b" l="l" r="r" t="t"/>
                <a:pathLst>
                  <a:path extrusionOk="0" h="809" w="6591">
                    <a:moveTo>
                      <a:pt x="276" y="67"/>
                    </a:moveTo>
                    <a:lnTo>
                      <a:pt x="198" y="143"/>
                    </a:lnTo>
                    <a:lnTo>
                      <a:pt x="138" y="67"/>
                    </a:lnTo>
                    <a:close/>
                    <a:moveTo>
                      <a:pt x="436" y="67"/>
                    </a:moveTo>
                    <a:cubicBezTo>
                      <a:pt x="381" y="124"/>
                      <a:pt x="326" y="179"/>
                      <a:pt x="273" y="236"/>
                    </a:cubicBezTo>
                    <a:lnTo>
                      <a:pt x="212" y="160"/>
                    </a:lnTo>
                    <a:lnTo>
                      <a:pt x="307" y="67"/>
                    </a:lnTo>
                    <a:close/>
                    <a:moveTo>
                      <a:pt x="639" y="67"/>
                    </a:moveTo>
                    <a:cubicBezTo>
                      <a:pt x="544" y="160"/>
                      <a:pt x="451" y="253"/>
                      <a:pt x="360" y="346"/>
                    </a:cubicBezTo>
                    <a:lnTo>
                      <a:pt x="299" y="272"/>
                    </a:lnTo>
                    <a:cubicBezTo>
                      <a:pt x="368" y="204"/>
                      <a:pt x="436" y="135"/>
                      <a:pt x="503" y="67"/>
                    </a:cubicBezTo>
                    <a:close/>
                    <a:moveTo>
                      <a:pt x="3410" y="67"/>
                    </a:moveTo>
                    <a:cubicBezTo>
                      <a:pt x="3260" y="219"/>
                      <a:pt x="3107" y="369"/>
                      <a:pt x="2953" y="519"/>
                    </a:cubicBezTo>
                    <a:lnTo>
                      <a:pt x="2725" y="740"/>
                    </a:lnTo>
                    <a:lnTo>
                      <a:pt x="2482" y="740"/>
                    </a:lnTo>
                    <a:cubicBezTo>
                      <a:pt x="2636" y="584"/>
                      <a:pt x="2790" y="426"/>
                      <a:pt x="2942" y="266"/>
                    </a:cubicBezTo>
                    <a:cubicBezTo>
                      <a:pt x="3007" y="200"/>
                      <a:pt x="3073" y="133"/>
                      <a:pt x="3140" y="67"/>
                    </a:cubicBezTo>
                    <a:close/>
                    <a:moveTo>
                      <a:pt x="3883" y="65"/>
                    </a:moveTo>
                    <a:cubicBezTo>
                      <a:pt x="3661" y="291"/>
                      <a:pt x="3440" y="516"/>
                      <a:pt x="3222" y="740"/>
                    </a:cubicBezTo>
                    <a:lnTo>
                      <a:pt x="3081" y="740"/>
                    </a:lnTo>
                    <a:lnTo>
                      <a:pt x="3140" y="685"/>
                    </a:lnTo>
                    <a:cubicBezTo>
                      <a:pt x="3351" y="477"/>
                      <a:pt x="3562" y="272"/>
                      <a:pt x="3775" y="65"/>
                    </a:cubicBezTo>
                    <a:close/>
                    <a:moveTo>
                      <a:pt x="4079" y="65"/>
                    </a:moveTo>
                    <a:cubicBezTo>
                      <a:pt x="3874" y="266"/>
                      <a:pt x="3668" y="468"/>
                      <a:pt x="3467" y="673"/>
                    </a:cubicBezTo>
                    <a:lnTo>
                      <a:pt x="3402" y="740"/>
                    </a:lnTo>
                    <a:lnTo>
                      <a:pt x="3326" y="740"/>
                    </a:lnTo>
                    <a:cubicBezTo>
                      <a:pt x="3547" y="517"/>
                      <a:pt x="3767" y="293"/>
                      <a:pt x="3986" y="67"/>
                    </a:cubicBezTo>
                    <a:lnTo>
                      <a:pt x="3986" y="65"/>
                    </a:lnTo>
                    <a:close/>
                    <a:moveTo>
                      <a:pt x="826" y="67"/>
                    </a:moveTo>
                    <a:cubicBezTo>
                      <a:pt x="603" y="289"/>
                      <a:pt x="383" y="516"/>
                      <a:pt x="164" y="742"/>
                    </a:cubicBezTo>
                    <a:lnTo>
                      <a:pt x="138" y="742"/>
                    </a:lnTo>
                    <a:lnTo>
                      <a:pt x="406" y="403"/>
                    </a:lnTo>
                    <a:lnTo>
                      <a:pt x="383" y="373"/>
                    </a:lnTo>
                    <a:cubicBezTo>
                      <a:pt x="484" y="270"/>
                      <a:pt x="586" y="168"/>
                      <a:pt x="689" y="67"/>
                    </a:cubicBezTo>
                    <a:close/>
                    <a:moveTo>
                      <a:pt x="1012" y="67"/>
                    </a:moveTo>
                    <a:cubicBezTo>
                      <a:pt x="782" y="291"/>
                      <a:pt x="552" y="516"/>
                      <a:pt x="324" y="742"/>
                    </a:cubicBezTo>
                    <a:lnTo>
                      <a:pt x="214" y="742"/>
                    </a:lnTo>
                    <a:cubicBezTo>
                      <a:pt x="449" y="517"/>
                      <a:pt x="685" y="293"/>
                      <a:pt x="917" y="67"/>
                    </a:cubicBezTo>
                    <a:close/>
                    <a:moveTo>
                      <a:pt x="1159" y="67"/>
                    </a:moveTo>
                    <a:cubicBezTo>
                      <a:pt x="938" y="289"/>
                      <a:pt x="721" y="516"/>
                      <a:pt x="506" y="742"/>
                    </a:cubicBezTo>
                    <a:lnTo>
                      <a:pt x="356" y="742"/>
                    </a:lnTo>
                    <a:cubicBezTo>
                      <a:pt x="586" y="517"/>
                      <a:pt x="816" y="293"/>
                      <a:pt x="1048" y="67"/>
                    </a:cubicBezTo>
                    <a:close/>
                    <a:moveTo>
                      <a:pt x="1343" y="67"/>
                    </a:moveTo>
                    <a:cubicBezTo>
                      <a:pt x="1121" y="289"/>
                      <a:pt x="898" y="514"/>
                      <a:pt x="681" y="742"/>
                    </a:cubicBezTo>
                    <a:lnTo>
                      <a:pt x="558" y="742"/>
                    </a:lnTo>
                    <a:cubicBezTo>
                      <a:pt x="771" y="517"/>
                      <a:pt x="986" y="291"/>
                      <a:pt x="1202" y="67"/>
                    </a:cubicBezTo>
                    <a:close/>
                    <a:moveTo>
                      <a:pt x="1653" y="67"/>
                    </a:moveTo>
                    <a:cubicBezTo>
                      <a:pt x="1419" y="293"/>
                      <a:pt x="1179" y="516"/>
                      <a:pt x="944" y="742"/>
                    </a:cubicBezTo>
                    <a:lnTo>
                      <a:pt x="733" y="742"/>
                    </a:lnTo>
                    <a:cubicBezTo>
                      <a:pt x="949" y="516"/>
                      <a:pt x="1168" y="289"/>
                      <a:pt x="1391" y="67"/>
                    </a:cubicBezTo>
                    <a:close/>
                    <a:moveTo>
                      <a:pt x="1894" y="67"/>
                    </a:moveTo>
                    <a:cubicBezTo>
                      <a:pt x="1657" y="291"/>
                      <a:pt x="1419" y="516"/>
                      <a:pt x="1181" y="742"/>
                    </a:cubicBezTo>
                    <a:lnTo>
                      <a:pt x="991" y="742"/>
                    </a:lnTo>
                    <a:cubicBezTo>
                      <a:pt x="1221" y="517"/>
                      <a:pt x="1453" y="293"/>
                      <a:pt x="1683" y="67"/>
                    </a:cubicBezTo>
                    <a:close/>
                    <a:moveTo>
                      <a:pt x="2128" y="67"/>
                    </a:moveTo>
                    <a:cubicBezTo>
                      <a:pt x="1889" y="289"/>
                      <a:pt x="1645" y="510"/>
                      <a:pt x="1415" y="742"/>
                    </a:cubicBezTo>
                    <a:lnTo>
                      <a:pt x="1219" y="742"/>
                    </a:lnTo>
                    <a:cubicBezTo>
                      <a:pt x="1451" y="517"/>
                      <a:pt x="1681" y="291"/>
                      <a:pt x="1915" y="67"/>
                    </a:cubicBezTo>
                    <a:close/>
                    <a:moveTo>
                      <a:pt x="2282" y="67"/>
                    </a:moveTo>
                    <a:cubicBezTo>
                      <a:pt x="2060" y="289"/>
                      <a:pt x="1837" y="516"/>
                      <a:pt x="1617" y="742"/>
                    </a:cubicBezTo>
                    <a:lnTo>
                      <a:pt x="1463" y="742"/>
                    </a:lnTo>
                    <a:cubicBezTo>
                      <a:pt x="1697" y="516"/>
                      <a:pt x="1932" y="291"/>
                      <a:pt x="2168" y="67"/>
                    </a:cubicBezTo>
                    <a:close/>
                    <a:moveTo>
                      <a:pt x="2486" y="67"/>
                    </a:moveTo>
                    <a:cubicBezTo>
                      <a:pt x="2261" y="291"/>
                      <a:pt x="2037" y="516"/>
                      <a:pt x="1815" y="742"/>
                    </a:cubicBezTo>
                    <a:lnTo>
                      <a:pt x="1630" y="742"/>
                    </a:lnTo>
                    <a:cubicBezTo>
                      <a:pt x="1856" y="516"/>
                      <a:pt x="2085" y="293"/>
                      <a:pt x="2311" y="67"/>
                    </a:cubicBezTo>
                    <a:close/>
                    <a:moveTo>
                      <a:pt x="2619" y="67"/>
                    </a:moveTo>
                    <a:cubicBezTo>
                      <a:pt x="2394" y="285"/>
                      <a:pt x="2176" y="512"/>
                      <a:pt x="1961" y="742"/>
                    </a:cubicBezTo>
                    <a:lnTo>
                      <a:pt x="1851" y="742"/>
                    </a:lnTo>
                    <a:cubicBezTo>
                      <a:pt x="2071" y="516"/>
                      <a:pt x="2294" y="291"/>
                      <a:pt x="2518" y="67"/>
                    </a:cubicBezTo>
                    <a:close/>
                    <a:moveTo>
                      <a:pt x="2881" y="67"/>
                    </a:moveTo>
                    <a:cubicBezTo>
                      <a:pt x="2828" y="116"/>
                      <a:pt x="2777" y="168"/>
                      <a:pt x="2725" y="217"/>
                    </a:cubicBezTo>
                    <a:cubicBezTo>
                      <a:pt x="2548" y="392"/>
                      <a:pt x="2372" y="567"/>
                      <a:pt x="2193" y="742"/>
                    </a:cubicBezTo>
                    <a:lnTo>
                      <a:pt x="1993" y="742"/>
                    </a:lnTo>
                    <a:cubicBezTo>
                      <a:pt x="2172" y="552"/>
                      <a:pt x="2355" y="362"/>
                      <a:pt x="2541" y="177"/>
                    </a:cubicBezTo>
                    <a:cubicBezTo>
                      <a:pt x="2579" y="139"/>
                      <a:pt x="2617" y="103"/>
                      <a:pt x="2655" y="67"/>
                    </a:cubicBezTo>
                    <a:close/>
                    <a:moveTo>
                      <a:pt x="3111" y="67"/>
                    </a:moveTo>
                    <a:cubicBezTo>
                      <a:pt x="3050" y="128"/>
                      <a:pt x="2990" y="188"/>
                      <a:pt x="2929" y="251"/>
                    </a:cubicBezTo>
                    <a:cubicBezTo>
                      <a:pt x="2771" y="417"/>
                      <a:pt x="2613" y="578"/>
                      <a:pt x="2453" y="742"/>
                    </a:cubicBezTo>
                    <a:lnTo>
                      <a:pt x="2214" y="742"/>
                    </a:lnTo>
                    <a:cubicBezTo>
                      <a:pt x="2364" y="597"/>
                      <a:pt x="2516" y="453"/>
                      <a:pt x="2663" y="304"/>
                    </a:cubicBezTo>
                    <a:cubicBezTo>
                      <a:pt x="2742" y="225"/>
                      <a:pt x="2822" y="145"/>
                      <a:pt x="2902" y="67"/>
                    </a:cubicBezTo>
                    <a:close/>
                    <a:moveTo>
                      <a:pt x="3608" y="67"/>
                    </a:moveTo>
                    <a:cubicBezTo>
                      <a:pt x="3423" y="257"/>
                      <a:pt x="3235" y="445"/>
                      <a:pt x="3043" y="628"/>
                    </a:cubicBezTo>
                    <a:lnTo>
                      <a:pt x="2921" y="742"/>
                    </a:lnTo>
                    <a:lnTo>
                      <a:pt x="2760" y="742"/>
                    </a:lnTo>
                    <a:cubicBezTo>
                      <a:pt x="2991" y="517"/>
                      <a:pt x="3223" y="293"/>
                      <a:pt x="3454" y="67"/>
                    </a:cubicBezTo>
                    <a:close/>
                    <a:moveTo>
                      <a:pt x="3743" y="67"/>
                    </a:moveTo>
                    <a:cubicBezTo>
                      <a:pt x="3562" y="244"/>
                      <a:pt x="3383" y="420"/>
                      <a:pt x="3204" y="595"/>
                    </a:cubicBezTo>
                    <a:lnTo>
                      <a:pt x="3054" y="742"/>
                    </a:lnTo>
                    <a:lnTo>
                      <a:pt x="2950" y="742"/>
                    </a:lnTo>
                    <a:lnTo>
                      <a:pt x="2980" y="713"/>
                    </a:lnTo>
                    <a:cubicBezTo>
                      <a:pt x="3206" y="502"/>
                      <a:pt x="3425" y="285"/>
                      <a:pt x="3644" y="67"/>
                    </a:cubicBezTo>
                    <a:close/>
                    <a:moveTo>
                      <a:pt x="4281" y="67"/>
                    </a:moveTo>
                    <a:cubicBezTo>
                      <a:pt x="4056" y="293"/>
                      <a:pt x="3832" y="517"/>
                      <a:pt x="3608" y="742"/>
                    </a:cubicBezTo>
                    <a:lnTo>
                      <a:pt x="3434" y="742"/>
                    </a:lnTo>
                    <a:cubicBezTo>
                      <a:pt x="3450" y="725"/>
                      <a:pt x="3467" y="709"/>
                      <a:pt x="3484" y="692"/>
                    </a:cubicBezTo>
                    <a:cubicBezTo>
                      <a:pt x="3689" y="479"/>
                      <a:pt x="3904" y="274"/>
                      <a:pt x="4121" y="67"/>
                    </a:cubicBezTo>
                    <a:close/>
                    <a:moveTo>
                      <a:pt x="4566" y="67"/>
                    </a:moveTo>
                    <a:cubicBezTo>
                      <a:pt x="4328" y="291"/>
                      <a:pt x="4090" y="516"/>
                      <a:pt x="3855" y="742"/>
                    </a:cubicBezTo>
                    <a:lnTo>
                      <a:pt x="3651" y="742"/>
                    </a:lnTo>
                    <a:cubicBezTo>
                      <a:pt x="3881" y="517"/>
                      <a:pt x="4111" y="293"/>
                      <a:pt x="4343" y="67"/>
                    </a:cubicBezTo>
                    <a:close/>
                    <a:moveTo>
                      <a:pt x="4760" y="67"/>
                    </a:moveTo>
                    <a:cubicBezTo>
                      <a:pt x="4532" y="293"/>
                      <a:pt x="4300" y="519"/>
                      <a:pt x="4068" y="742"/>
                    </a:cubicBezTo>
                    <a:lnTo>
                      <a:pt x="3881" y="742"/>
                    </a:lnTo>
                    <a:cubicBezTo>
                      <a:pt x="4119" y="517"/>
                      <a:pt x="4359" y="293"/>
                      <a:pt x="4596" y="67"/>
                    </a:cubicBezTo>
                    <a:close/>
                    <a:moveTo>
                      <a:pt x="5053" y="67"/>
                    </a:moveTo>
                    <a:cubicBezTo>
                      <a:pt x="4824" y="291"/>
                      <a:pt x="4600" y="517"/>
                      <a:pt x="4374" y="742"/>
                    </a:cubicBezTo>
                    <a:lnTo>
                      <a:pt x="4098" y="742"/>
                    </a:lnTo>
                    <a:cubicBezTo>
                      <a:pt x="4332" y="519"/>
                      <a:pt x="4564" y="293"/>
                      <a:pt x="4794" y="67"/>
                    </a:cubicBezTo>
                    <a:close/>
                    <a:moveTo>
                      <a:pt x="5233" y="67"/>
                    </a:moveTo>
                    <a:lnTo>
                      <a:pt x="5210" y="92"/>
                    </a:lnTo>
                    <a:cubicBezTo>
                      <a:pt x="4994" y="310"/>
                      <a:pt x="4777" y="527"/>
                      <a:pt x="4558" y="742"/>
                    </a:cubicBezTo>
                    <a:lnTo>
                      <a:pt x="4404" y="742"/>
                    </a:lnTo>
                    <a:cubicBezTo>
                      <a:pt x="4632" y="517"/>
                      <a:pt x="4861" y="293"/>
                      <a:pt x="5091" y="67"/>
                    </a:cubicBezTo>
                    <a:close/>
                    <a:moveTo>
                      <a:pt x="5425" y="67"/>
                    </a:moveTo>
                    <a:cubicBezTo>
                      <a:pt x="5330" y="169"/>
                      <a:pt x="5233" y="272"/>
                      <a:pt x="5134" y="373"/>
                    </a:cubicBezTo>
                    <a:cubicBezTo>
                      <a:pt x="5013" y="495"/>
                      <a:pt x="4891" y="618"/>
                      <a:pt x="4767" y="742"/>
                    </a:cubicBezTo>
                    <a:lnTo>
                      <a:pt x="4596" y="742"/>
                    </a:lnTo>
                    <a:cubicBezTo>
                      <a:pt x="4807" y="533"/>
                      <a:pt x="5018" y="322"/>
                      <a:pt x="5229" y="111"/>
                    </a:cubicBezTo>
                    <a:lnTo>
                      <a:pt x="5229" y="109"/>
                    </a:lnTo>
                    <a:cubicBezTo>
                      <a:pt x="5243" y="95"/>
                      <a:pt x="5256" y="80"/>
                      <a:pt x="5269" y="67"/>
                    </a:cubicBezTo>
                    <a:close/>
                    <a:moveTo>
                      <a:pt x="5572" y="67"/>
                    </a:moveTo>
                    <a:cubicBezTo>
                      <a:pt x="5340" y="293"/>
                      <a:pt x="5108" y="517"/>
                      <a:pt x="4876" y="742"/>
                    </a:cubicBezTo>
                    <a:lnTo>
                      <a:pt x="4784" y="742"/>
                    </a:lnTo>
                    <a:cubicBezTo>
                      <a:pt x="5003" y="517"/>
                      <a:pt x="5224" y="291"/>
                      <a:pt x="5444" y="67"/>
                    </a:cubicBezTo>
                    <a:close/>
                    <a:moveTo>
                      <a:pt x="5849" y="67"/>
                    </a:moveTo>
                    <a:cubicBezTo>
                      <a:pt x="5623" y="293"/>
                      <a:pt x="5395" y="517"/>
                      <a:pt x="5167" y="742"/>
                    </a:cubicBezTo>
                    <a:lnTo>
                      <a:pt x="4952" y="742"/>
                    </a:lnTo>
                    <a:cubicBezTo>
                      <a:pt x="5178" y="517"/>
                      <a:pt x="5404" y="293"/>
                      <a:pt x="5629" y="67"/>
                    </a:cubicBezTo>
                    <a:close/>
                    <a:moveTo>
                      <a:pt x="6026" y="67"/>
                    </a:moveTo>
                    <a:cubicBezTo>
                      <a:pt x="5807" y="297"/>
                      <a:pt x="5583" y="521"/>
                      <a:pt x="5357" y="742"/>
                    </a:cubicBezTo>
                    <a:lnTo>
                      <a:pt x="5201" y="742"/>
                    </a:lnTo>
                    <a:cubicBezTo>
                      <a:pt x="5431" y="519"/>
                      <a:pt x="5659" y="293"/>
                      <a:pt x="5885" y="67"/>
                    </a:cubicBezTo>
                    <a:close/>
                    <a:moveTo>
                      <a:pt x="6144" y="67"/>
                    </a:moveTo>
                    <a:cubicBezTo>
                      <a:pt x="5998" y="234"/>
                      <a:pt x="5851" y="400"/>
                      <a:pt x="5701" y="563"/>
                    </a:cubicBezTo>
                    <a:cubicBezTo>
                      <a:pt x="5644" y="622"/>
                      <a:pt x="5587" y="683"/>
                      <a:pt x="5530" y="742"/>
                    </a:cubicBezTo>
                    <a:lnTo>
                      <a:pt x="5414" y="742"/>
                    </a:lnTo>
                    <a:cubicBezTo>
                      <a:pt x="5640" y="523"/>
                      <a:pt x="5864" y="299"/>
                      <a:pt x="6077" y="67"/>
                    </a:cubicBezTo>
                    <a:close/>
                    <a:moveTo>
                      <a:pt x="6249" y="67"/>
                    </a:moveTo>
                    <a:lnTo>
                      <a:pt x="6273" y="99"/>
                    </a:lnTo>
                    <a:cubicBezTo>
                      <a:pt x="6117" y="278"/>
                      <a:pt x="5965" y="460"/>
                      <a:pt x="5804" y="632"/>
                    </a:cubicBezTo>
                    <a:cubicBezTo>
                      <a:pt x="5767" y="668"/>
                      <a:pt x="5731" y="706"/>
                      <a:pt x="5693" y="742"/>
                    </a:cubicBezTo>
                    <a:lnTo>
                      <a:pt x="5551" y="742"/>
                    </a:lnTo>
                    <a:cubicBezTo>
                      <a:pt x="5762" y="519"/>
                      <a:pt x="5973" y="293"/>
                      <a:pt x="6180" y="67"/>
                    </a:cubicBezTo>
                    <a:close/>
                    <a:moveTo>
                      <a:pt x="6292" y="122"/>
                    </a:moveTo>
                    <a:lnTo>
                      <a:pt x="6351" y="198"/>
                    </a:lnTo>
                    <a:cubicBezTo>
                      <a:pt x="6176" y="379"/>
                      <a:pt x="6003" y="559"/>
                      <a:pt x="5830" y="742"/>
                    </a:cubicBezTo>
                    <a:lnTo>
                      <a:pt x="5726" y="742"/>
                    </a:lnTo>
                    <a:cubicBezTo>
                      <a:pt x="5756" y="711"/>
                      <a:pt x="5788" y="679"/>
                      <a:pt x="5821" y="647"/>
                    </a:cubicBezTo>
                    <a:cubicBezTo>
                      <a:pt x="5984" y="479"/>
                      <a:pt x="6136" y="299"/>
                      <a:pt x="6292" y="122"/>
                    </a:cubicBezTo>
                    <a:close/>
                    <a:moveTo>
                      <a:pt x="6370" y="221"/>
                    </a:moveTo>
                    <a:lnTo>
                      <a:pt x="6456" y="333"/>
                    </a:lnTo>
                    <a:cubicBezTo>
                      <a:pt x="6338" y="472"/>
                      <a:pt x="6216" y="607"/>
                      <a:pt x="6094" y="742"/>
                    </a:cubicBezTo>
                    <a:lnTo>
                      <a:pt x="5872" y="742"/>
                    </a:lnTo>
                    <a:cubicBezTo>
                      <a:pt x="6037" y="567"/>
                      <a:pt x="6205" y="394"/>
                      <a:pt x="6370" y="221"/>
                    </a:cubicBezTo>
                    <a:close/>
                    <a:moveTo>
                      <a:pt x="6471" y="352"/>
                    </a:moveTo>
                    <a:lnTo>
                      <a:pt x="6507" y="396"/>
                    </a:lnTo>
                    <a:lnTo>
                      <a:pt x="6249" y="742"/>
                    </a:lnTo>
                    <a:lnTo>
                      <a:pt x="6133" y="742"/>
                    </a:lnTo>
                    <a:cubicBezTo>
                      <a:pt x="6247" y="612"/>
                      <a:pt x="6361" y="483"/>
                      <a:pt x="6471" y="352"/>
                    </a:cubicBezTo>
                    <a:close/>
                    <a:moveTo>
                      <a:pt x="1" y="0"/>
                    </a:moveTo>
                    <a:lnTo>
                      <a:pt x="322" y="405"/>
                    </a:lnTo>
                    <a:lnTo>
                      <a:pt x="1" y="808"/>
                    </a:lnTo>
                    <a:lnTo>
                      <a:pt x="6281" y="808"/>
                    </a:lnTo>
                    <a:lnTo>
                      <a:pt x="6591" y="398"/>
                    </a:lnTo>
                    <a:lnTo>
                      <a:pt x="628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30"/>
              <p:cNvSpPr/>
              <p:nvPr/>
            </p:nvSpPr>
            <p:spPr>
              <a:xfrm>
                <a:off x="2505951" y="2746761"/>
                <a:ext cx="1299730" cy="159583"/>
              </a:xfrm>
              <a:custGeom>
                <a:rect b="b" l="l" r="r" t="t"/>
                <a:pathLst>
                  <a:path extrusionOk="0" h="809" w="6589">
                    <a:moveTo>
                      <a:pt x="276" y="67"/>
                    </a:moveTo>
                    <a:cubicBezTo>
                      <a:pt x="250" y="92"/>
                      <a:pt x="223" y="116"/>
                      <a:pt x="197" y="143"/>
                    </a:cubicBezTo>
                    <a:lnTo>
                      <a:pt x="138" y="67"/>
                    </a:lnTo>
                    <a:close/>
                    <a:moveTo>
                      <a:pt x="436" y="67"/>
                    </a:moveTo>
                    <a:cubicBezTo>
                      <a:pt x="381" y="124"/>
                      <a:pt x="326" y="179"/>
                      <a:pt x="271" y="236"/>
                    </a:cubicBezTo>
                    <a:lnTo>
                      <a:pt x="210" y="160"/>
                    </a:lnTo>
                    <a:cubicBezTo>
                      <a:pt x="242" y="128"/>
                      <a:pt x="275" y="97"/>
                      <a:pt x="305" y="67"/>
                    </a:cubicBezTo>
                    <a:close/>
                    <a:moveTo>
                      <a:pt x="640" y="67"/>
                    </a:moveTo>
                    <a:cubicBezTo>
                      <a:pt x="545" y="160"/>
                      <a:pt x="451" y="253"/>
                      <a:pt x="360" y="346"/>
                    </a:cubicBezTo>
                    <a:lnTo>
                      <a:pt x="299" y="272"/>
                    </a:lnTo>
                    <a:cubicBezTo>
                      <a:pt x="368" y="204"/>
                      <a:pt x="436" y="135"/>
                      <a:pt x="503" y="67"/>
                    </a:cubicBezTo>
                    <a:close/>
                    <a:moveTo>
                      <a:pt x="3881" y="67"/>
                    </a:moveTo>
                    <a:cubicBezTo>
                      <a:pt x="3659" y="291"/>
                      <a:pt x="3438" y="516"/>
                      <a:pt x="3220" y="740"/>
                    </a:cubicBezTo>
                    <a:lnTo>
                      <a:pt x="3079" y="742"/>
                    </a:lnTo>
                    <a:lnTo>
                      <a:pt x="3079" y="742"/>
                    </a:lnTo>
                    <a:lnTo>
                      <a:pt x="3138" y="685"/>
                    </a:lnTo>
                    <a:cubicBezTo>
                      <a:pt x="3349" y="477"/>
                      <a:pt x="3560" y="272"/>
                      <a:pt x="3773" y="67"/>
                    </a:cubicBezTo>
                    <a:close/>
                    <a:moveTo>
                      <a:pt x="826" y="67"/>
                    </a:moveTo>
                    <a:cubicBezTo>
                      <a:pt x="603" y="289"/>
                      <a:pt x="383" y="516"/>
                      <a:pt x="164" y="742"/>
                    </a:cubicBezTo>
                    <a:lnTo>
                      <a:pt x="138" y="742"/>
                    </a:lnTo>
                    <a:lnTo>
                      <a:pt x="406" y="403"/>
                    </a:lnTo>
                    <a:lnTo>
                      <a:pt x="381" y="373"/>
                    </a:lnTo>
                    <a:cubicBezTo>
                      <a:pt x="484" y="270"/>
                      <a:pt x="584" y="168"/>
                      <a:pt x="689" y="67"/>
                    </a:cubicBezTo>
                    <a:close/>
                    <a:moveTo>
                      <a:pt x="1012" y="67"/>
                    </a:moveTo>
                    <a:cubicBezTo>
                      <a:pt x="782" y="291"/>
                      <a:pt x="550" y="516"/>
                      <a:pt x="324" y="742"/>
                    </a:cubicBezTo>
                    <a:lnTo>
                      <a:pt x="214" y="742"/>
                    </a:lnTo>
                    <a:cubicBezTo>
                      <a:pt x="449" y="517"/>
                      <a:pt x="683" y="293"/>
                      <a:pt x="917" y="67"/>
                    </a:cubicBezTo>
                    <a:close/>
                    <a:moveTo>
                      <a:pt x="1157" y="67"/>
                    </a:moveTo>
                    <a:cubicBezTo>
                      <a:pt x="938" y="289"/>
                      <a:pt x="721" y="516"/>
                      <a:pt x="507" y="742"/>
                    </a:cubicBezTo>
                    <a:lnTo>
                      <a:pt x="356" y="742"/>
                    </a:lnTo>
                    <a:cubicBezTo>
                      <a:pt x="588" y="517"/>
                      <a:pt x="818" y="293"/>
                      <a:pt x="1048" y="67"/>
                    </a:cubicBezTo>
                    <a:close/>
                    <a:moveTo>
                      <a:pt x="1341" y="67"/>
                    </a:moveTo>
                    <a:cubicBezTo>
                      <a:pt x="1119" y="289"/>
                      <a:pt x="898" y="514"/>
                      <a:pt x="681" y="742"/>
                    </a:cubicBezTo>
                    <a:lnTo>
                      <a:pt x="558" y="742"/>
                    </a:lnTo>
                    <a:cubicBezTo>
                      <a:pt x="771" y="516"/>
                      <a:pt x="986" y="291"/>
                      <a:pt x="1199" y="67"/>
                    </a:cubicBezTo>
                    <a:close/>
                    <a:moveTo>
                      <a:pt x="1651" y="67"/>
                    </a:moveTo>
                    <a:cubicBezTo>
                      <a:pt x="1417" y="293"/>
                      <a:pt x="1176" y="516"/>
                      <a:pt x="942" y="742"/>
                    </a:cubicBezTo>
                    <a:lnTo>
                      <a:pt x="731" y="742"/>
                    </a:lnTo>
                    <a:cubicBezTo>
                      <a:pt x="948" y="516"/>
                      <a:pt x="1168" y="289"/>
                      <a:pt x="1391" y="67"/>
                    </a:cubicBezTo>
                    <a:close/>
                    <a:moveTo>
                      <a:pt x="1893" y="67"/>
                    </a:moveTo>
                    <a:cubicBezTo>
                      <a:pt x="1655" y="291"/>
                      <a:pt x="1415" y="516"/>
                      <a:pt x="1180" y="742"/>
                    </a:cubicBezTo>
                    <a:lnTo>
                      <a:pt x="991" y="742"/>
                    </a:lnTo>
                    <a:cubicBezTo>
                      <a:pt x="1221" y="517"/>
                      <a:pt x="1453" y="293"/>
                      <a:pt x="1683" y="67"/>
                    </a:cubicBezTo>
                    <a:close/>
                    <a:moveTo>
                      <a:pt x="2128" y="67"/>
                    </a:moveTo>
                    <a:cubicBezTo>
                      <a:pt x="1889" y="289"/>
                      <a:pt x="1647" y="510"/>
                      <a:pt x="1415" y="742"/>
                    </a:cubicBezTo>
                    <a:lnTo>
                      <a:pt x="1220" y="742"/>
                    </a:lnTo>
                    <a:cubicBezTo>
                      <a:pt x="1452" y="516"/>
                      <a:pt x="1683" y="291"/>
                      <a:pt x="1915" y="67"/>
                    </a:cubicBezTo>
                    <a:close/>
                    <a:moveTo>
                      <a:pt x="2280" y="67"/>
                    </a:moveTo>
                    <a:cubicBezTo>
                      <a:pt x="2058" y="289"/>
                      <a:pt x="1837" y="516"/>
                      <a:pt x="1615" y="742"/>
                    </a:cubicBezTo>
                    <a:lnTo>
                      <a:pt x="1465" y="742"/>
                    </a:lnTo>
                    <a:cubicBezTo>
                      <a:pt x="1697" y="516"/>
                      <a:pt x="1933" y="289"/>
                      <a:pt x="2168" y="67"/>
                    </a:cubicBezTo>
                    <a:close/>
                    <a:moveTo>
                      <a:pt x="2486" y="67"/>
                    </a:moveTo>
                    <a:cubicBezTo>
                      <a:pt x="2261" y="291"/>
                      <a:pt x="2037" y="516"/>
                      <a:pt x="1815" y="742"/>
                    </a:cubicBezTo>
                    <a:lnTo>
                      <a:pt x="1630" y="742"/>
                    </a:lnTo>
                    <a:cubicBezTo>
                      <a:pt x="1856" y="516"/>
                      <a:pt x="2085" y="291"/>
                      <a:pt x="2313" y="67"/>
                    </a:cubicBezTo>
                    <a:close/>
                    <a:moveTo>
                      <a:pt x="2619" y="67"/>
                    </a:moveTo>
                    <a:cubicBezTo>
                      <a:pt x="2393" y="285"/>
                      <a:pt x="2176" y="512"/>
                      <a:pt x="1961" y="742"/>
                    </a:cubicBezTo>
                    <a:lnTo>
                      <a:pt x="1849" y="742"/>
                    </a:lnTo>
                    <a:cubicBezTo>
                      <a:pt x="2071" y="516"/>
                      <a:pt x="2294" y="291"/>
                      <a:pt x="2518" y="67"/>
                    </a:cubicBezTo>
                    <a:close/>
                    <a:moveTo>
                      <a:pt x="2879" y="67"/>
                    </a:moveTo>
                    <a:cubicBezTo>
                      <a:pt x="2826" y="116"/>
                      <a:pt x="2775" y="168"/>
                      <a:pt x="2724" y="217"/>
                    </a:cubicBezTo>
                    <a:cubicBezTo>
                      <a:pt x="2547" y="392"/>
                      <a:pt x="2370" y="567"/>
                      <a:pt x="2191" y="742"/>
                    </a:cubicBezTo>
                    <a:lnTo>
                      <a:pt x="1991" y="742"/>
                    </a:lnTo>
                    <a:cubicBezTo>
                      <a:pt x="2172" y="550"/>
                      <a:pt x="2353" y="362"/>
                      <a:pt x="2539" y="177"/>
                    </a:cubicBezTo>
                    <a:cubicBezTo>
                      <a:pt x="2577" y="139"/>
                      <a:pt x="2615" y="103"/>
                      <a:pt x="2651" y="67"/>
                    </a:cubicBezTo>
                    <a:close/>
                    <a:moveTo>
                      <a:pt x="3111" y="67"/>
                    </a:moveTo>
                    <a:cubicBezTo>
                      <a:pt x="3051" y="128"/>
                      <a:pt x="2990" y="188"/>
                      <a:pt x="2929" y="251"/>
                    </a:cubicBezTo>
                    <a:cubicBezTo>
                      <a:pt x="2771" y="417"/>
                      <a:pt x="2613" y="578"/>
                      <a:pt x="2454" y="742"/>
                    </a:cubicBezTo>
                    <a:lnTo>
                      <a:pt x="2212" y="742"/>
                    </a:lnTo>
                    <a:cubicBezTo>
                      <a:pt x="2364" y="597"/>
                      <a:pt x="2514" y="451"/>
                      <a:pt x="2663" y="304"/>
                    </a:cubicBezTo>
                    <a:cubicBezTo>
                      <a:pt x="2743" y="225"/>
                      <a:pt x="2822" y="145"/>
                      <a:pt x="2902" y="67"/>
                    </a:cubicBezTo>
                    <a:close/>
                    <a:moveTo>
                      <a:pt x="3410" y="67"/>
                    </a:moveTo>
                    <a:cubicBezTo>
                      <a:pt x="3260" y="219"/>
                      <a:pt x="3108" y="369"/>
                      <a:pt x="2954" y="519"/>
                    </a:cubicBezTo>
                    <a:lnTo>
                      <a:pt x="2725" y="742"/>
                    </a:lnTo>
                    <a:lnTo>
                      <a:pt x="2480" y="742"/>
                    </a:lnTo>
                    <a:cubicBezTo>
                      <a:pt x="2636" y="584"/>
                      <a:pt x="2788" y="424"/>
                      <a:pt x="2942" y="266"/>
                    </a:cubicBezTo>
                    <a:cubicBezTo>
                      <a:pt x="3007" y="200"/>
                      <a:pt x="3071" y="133"/>
                      <a:pt x="3138" y="67"/>
                    </a:cubicBezTo>
                    <a:close/>
                    <a:moveTo>
                      <a:pt x="3606" y="67"/>
                    </a:moveTo>
                    <a:cubicBezTo>
                      <a:pt x="3421" y="257"/>
                      <a:pt x="3233" y="445"/>
                      <a:pt x="3041" y="628"/>
                    </a:cubicBezTo>
                    <a:lnTo>
                      <a:pt x="2919" y="742"/>
                    </a:lnTo>
                    <a:lnTo>
                      <a:pt x="2760" y="742"/>
                    </a:lnTo>
                    <a:cubicBezTo>
                      <a:pt x="2992" y="517"/>
                      <a:pt x="3224" y="293"/>
                      <a:pt x="3454" y="67"/>
                    </a:cubicBezTo>
                    <a:close/>
                    <a:moveTo>
                      <a:pt x="3741" y="67"/>
                    </a:moveTo>
                    <a:cubicBezTo>
                      <a:pt x="3562" y="244"/>
                      <a:pt x="3381" y="420"/>
                      <a:pt x="3203" y="595"/>
                    </a:cubicBezTo>
                    <a:lnTo>
                      <a:pt x="3052" y="742"/>
                    </a:lnTo>
                    <a:lnTo>
                      <a:pt x="2950" y="742"/>
                    </a:lnTo>
                    <a:lnTo>
                      <a:pt x="2978" y="713"/>
                    </a:lnTo>
                    <a:cubicBezTo>
                      <a:pt x="3205" y="502"/>
                      <a:pt x="3423" y="285"/>
                      <a:pt x="3642" y="67"/>
                    </a:cubicBezTo>
                    <a:close/>
                    <a:moveTo>
                      <a:pt x="4077" y="67"/>
                    </a:moveTo>
                    <a:cubicBezTo>
                      <a:pt x="3872" y="268"/>
                      <a:pt x="3667" y="470"/>
                      <a:pt x="3465" y="675"/>
                    </a:cubicBezTo>
                    <a:cubicBezTo>
                      <a:pt x="3444" y="698"/>
                      <a:pt x="3423" y="719"/>
                      <a:pt x="3400" y="742"/>
                    </a:cubicBezTo>
                    <a:lnTo>
                      <a:pt x="3324" y="742"/>
                    </a:lnTo>
                    <a:cubicBezTo>
                      <a:pt x="3545" y="517"/>
                      <a:pt x="3765" y="293"/>
                      <a:pt x="3984" y="67"/>
                    </a:cubicBezTo>
                    <a:close/>
                    <a:moveTo>
                      <a:pt x="4279" y="67"/>
                    </a:moveTo>
                    <a:cubicBezTo>
                      <a:pt x="4054" y="293"/>
                      <a:pt x="3830" y="517"/>
                      <a:pt x="3606" y="742"/>
                    </a:cubicBezTo>
                    <a:lnTo>
                      <a:pt x="3433" y="742"/>
                    </a:lnTo>
                    <a:lnTo>
                      <a:pt x="3482" y="692"/>
                    </a:lnTo>
                    <a:cubicBezTo>
                      <a:pt x="3689" y="479"/>
                      <a:pt x="3904" y="272"/>
                      <a:pt x="4119" y="67"/>
                    </a:cubicBezTo>
                    <a:close/>
                    <a:moveTo>
                      <a:pt x="4566" y="67"/>
                    </a:moveTo>
                    <a:cubicBezTo>
                      <a:pt x="4328" y="291"/>
                      <a:pt x="4091" y="516"/>
                      <a:pt x="3855" y="742"/>
                    </a:cubicBezTo>
                    <a:lnTo>
                      <a:pt x="3651" y="742"/>
                    </a:lnTo>
                    <a:cubicBezTo>
                      <a:pt x="3880" y="517"/>
                      <a:pt x="4112" y="291"/>
                      <a:pt x="4342" y="67"/>
                    </a:cubicBezTo>
                    <a:close/>
                    <a:moveTo>
                      <a:pt x="4760" y="67"/>
                    </a:moveTo>
                    <a:cubicBezTo>
                      <a:pt x="4530" y="293"/>
                      <a:pt x="4298" y="519"/>
                      <a:pt x="4066" y="742"/>
                    </a:cubicBezTo>
                    <a:lnTo>
                      <a:pt x="3881" y="742"/>
                    </a:lnTo>
                    <a:cubicBezTo>
                      <a:pt x="4119" y="516"/>
                      <a:pt x="4357" y="293"/>
                      <a:pt x="4594" y="67"/>
                    </a:cubicBezTo>
                    <a:close/>
                    <a:moveTo>
                      <a:pt x="5051" y="67"/>
                    </a:moveTo>
                    <a:cubicBezTo>
                      <a:pt x="4823" y="291"/>
                      <a:pt x="4598" y="517"/>
                      <a:pt x="4372" y="742"/>
                    </a:cubicBezTo>
                    <a:lnTo>
                      <a:pt x="4098" y="742"/>
                    </a:lnTo>
                    <a:cubicBezTo>
                      <a:pt x="4332" y="517"/>
                      <a:pt x="4562" y="293"/>
                      <a:pt x="4792" y="67"/>
                    </a:cubicBezTo>
                    <a:close/>
                    <a:moveTo>
                      <a:pt x="5231" y="67"/>
                    </a:moveTo>
                    <a:cubicBezTo>
                      <a:pt x="5224" y="74"/>
                      <a:pt x="5216" y="82"/>
                      <a:pt x="5209" y="92"/>
                    </a:cubicBezTo>
                    <a:cubicBezTo>
                      <a:pt x="4992" y="310"/>
                      <a:pt x="4775" y="527"/>
                      <a:pt x="4556" y="742"/>
                    </a:cubicBezTo>
                    <a:lnTo>
                      <a:pt x="4402" y="742"/>
                    </a:lnTo>
                    <a:cubicBezTo>
                      <a:pt x="4632" y="517"/>
                      <a:pt x="4861" y="291"/>
                      <a:pt x="5089" y="67"/>
                    </a:cubicBezTo>
                    <a:close/>
                    <a:moveTo>
                      <a:pt x="5425" y="67"/>
                    </a:moveTo>
                    <a:cubicBezTo>
                      <a:pt x="5330" y="169"/>
                      <a:pt x="5233" y="272"/>
                      <a:pt x="5134" y="373"/>
                    </a:cubicBezTo>
                    <a:cubicBezTo>
                      <a:pt x="5013" y="495"/>
                      <a:pt x="4889" y="618"/>
                      <a:pt x="4767" y="742"/>
                    </a:cubicBezTo>
                    <a:lnTo>
                      <a:pt x="4594" y="742"/>
                    </a:lnTo>
                    <a:cubicBezTo>
                      <a:pt x="4807" y="531"/>
                      <a:pt x="5018" y="322"/>
                      <a:pt x="5230" y="109"/>
                    </a:cubicBezTo>
                    <a:lnTo>
                      <a:pt x="5269" y="67"/>
                    </a:lnTo>
                    <a:close/>
                    <a:moveTo>
                      <a:pt x="5570" y="67"/>
                    </a:moveTo>
                    <a:cubicBezTo>
                      <a:pt x="5340" y="293"/>
                      <a:pt x="5108" y="517"/>
                      <a:pt x="4874" y="742"/>
                    </a:cubicBezTo>
                    <a:lnTo>
                      <a:pt x="4785" y="742"/>
                    </a:lnTo>
                    <a:cubicBezTo>
                      <a:pt x="5003" y="516"/>
                      <a:pt x="5222" y="291"/>
                      <a:pt x="5442" y="67"/>
                    </a:cubicBezTo>
                    <a:close/>
                    <a:moveTo>
                      <a:pt x="5847" y="67"/>
                    </a:moveTo>
                    <a:cubicBezTo>
                      <a:pt x="5621" y="293"/>
                      <a:pt x="5393" y="517"/>
                      <a:pt x="5165" y="742"/>
                    </a:cubicBezTo>
                    <a:lnTo>
                      <a:pt x="4954" y="742"/>
                    </a:lnTo>
                    <a:cubicBezTo>
                      <a:pt x="5178" y="517"/>
                      <a:pt x="5403" y="291"/>
                      <a:pt x="5627" y="67"/>
                    </a:cubicBezTo>
                    <a:close/>
                    <a:moveTo>
                      <a:pt x="6024" y="67"/>
                    </a:moveTo>
                    <a:cubicBezTo>
                      <a:pt x="5806" y="297"/>
                      <a:pt x="5581" y="521"/>
                      <a:pt x="5355" y="742"/>
                    </a:cubicBezTo>
                    <a:lnTo>
                      <a:pt x="5199" y="742"/>
                    </a:lnTo>
                    <a:cubicBezTo>
                      <a:pt x="5429" y="517"/>
                      <a:pt x="5657" y="293"/>
                      <a:pt x="5885" y="67"/>
                    </a:cubicBezTo>
                    <a:close/>
                    <a:moveTo>
                      <a:pt x="6144" y="67"/>
                    </a:moveTo>
                    <a:cubicBezTo>
                      <a:pt x="5996" y="234"/>
                      <a:pt x="5851" y="400"/>
                      <a:pt x="5699" y="563"/>
                    </a:cubicBezTo>
                    <a:cubicBezTo>
                      <a:pt x="5644" y="622"/>
                      <a:pt x="5587" y="683"/>
                      <a:pt x="5530" y="742"/>
                    </a:cubicBezTo>
                    <a:lnTo>
                      <a:pt x="5414" y="742"/>
                    </a:lnTo>
                    <a:cubicBezTo>
                      <a:pt x="5640" y="521"/>
                      <a:pt x="5863" y="297"/>
                      <a:pt x="6078" y="67"/>
                    </a:cubicBezTo>
                    <a:close/>
                    <a:moveTo>
                      <a:pt x="6249" y="67"/>
                    </a:moveTo>
                    <a:lnTo>
                      <a:pt x="6271" y="99"/>
                    </a:lnTo>
                    <a:cubicBezTo>
                      <a:pt x="6116" y="276"/>
                      <a:pt x="5963" y="460"/>
                      <a:pt x="5802" y="630"/>
                    </a:cubicBezTo>
                    <a:cubicBezTo>
                      <a:pt x="5766" y="668"/>
                      <a:pt x="5730" y="706"/>
                      <a:pt x="5693" y="742"/>
                    </a:cubicBezTo>
                    <a:lnTo>
                      <a:pt x="5549" y="742"/>
                    </a:lnTo>
                    <a:cubicBezTo>
                      <a:pt x="5762" y="519"/>
                      <a:pt x="5971" y="293"/>
                      <a:pt x="6180" y="67"/>
                    </a:cubicBezTo>
                    <a:close/>
                    <a:moveTo>
                      <a:pt x="6292" y="122"/>
                    </a:moveTo>
                    <a:lnTo>
                      <a:pt x="6351" y="196"/>
                    </a:lnTo>
                    <a:cubicBezTo>
                      <a:pt x="6174" y="377"/>
                      <a:pt x="6001" y="559"/>
                      <a:pt x="5828" y="742"/>
                    </a:cubicBezTo>
                    <a:lnTo>
                      <a:pt x="5724" y="742"/>
                    </a:lnTo>
                    <a:cubicBezTo>
                      <a:pt x="5756" y="709"/>
                      <a:pt x="5789" y="679"/>
                      <a:pt x="5819" y="647"/>
                    </a:cubicBezTo>
                    <a:cubicBezTo>
                      <a:pt x="5984" y="479"/>
                      <a:pt x="6136" y="299"/>
                      <a:pt x="6292" y="122"/>
                    </a:cubicBezTo>
                    <a:close/>
                    <a:moveTo>
                      <a:pt x="6368" y="221"/>
                    </a:moveTo>
                    <a:lnTo>
                      <a:pt x="6456" y="331"/>
                    </a:lnTo>
                    <a:cubicBezTo>
                      <a:pt x="6338" y="470"/>
                      <a:pt x="6216" y="607"/>
                      <a:pt x="6095" y="742"/>
                    </a:cubicBezTo>
                    <a:lnTo>
                      <a:pt x="5872" y="742"/>
                    </a:lnTo>
                    <a:cubicBezTo>
                      <a:pt x="6038" y="567"/>
                      <a:pt x="6203" y="394"/>
                      <a:pt x="6368" y="221"/>
                    </a:cubicBezTo>
                    <a:close/>
                    <a:moveTo>
                      <a:pt x="6471" y="352"/>
                    </a:moveTo>
                    <a:lnTo>
                      <a:pt x="6507" y="396"/>
                    </a:lnTo>
                    <a:lnTo>
                      <a:pt x="6247" y="742"/>
                    </a:lnTo>
                    <a:lnTo>
                      <a:pt x="6131" y="742"/>
                    </a:lnTo>
                    <a:cubicBezTo>
                      <a:pt x="6247" y="612"/>
                      <a:pt x="6361" y="483"/>
                      <a:pt x="6471" y="352"/>
                    </a:cubicBezTo>
                    <a:close/>
                    <a:moveTo>
                      <a:pt x="1" y="0"/>
                    </a:moveTo>
                    <a:lnTo>
                      <a:pt x="322" y="405"/>
                    </a:lnTo>
                    <a:lnTo>
                      <a:pt x="1" y="808"/>
                    </a:lnTo>
                    <a:lnTo>
                      <a:pt x="6281" y="808"/>
                    </a:lnTo>
                    <a:lnTo>
                      <a:pt x="6589" y="398"/>
                    </a:lnTo>
                    <a:lnTo>
                      <a:pt x="6281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30"/>
              <p:cNvSpPr/>
              <p:nvPr/>
            </p:nvSpPr>
            <p:spPr>
              <a:xfrm>
                <a:off x="3921645" y="2746761"/>
                <a:ext cx="1300321" cy="159583"/>
              </a:xfrm>
              <a:custGeom>
                <a:rect b="b" l="l" r="r" t="t"/>
                <a:pathLst>
                  <a:path extrusionOk="0" h="809" w="6592">
                    <a:moveTo>
                      <a:pt x="279" y="67"/>
                    </a:moveTo>
                    <a:cubicBezTo>
                      <a:pt x="252" y="92"/>
                      <a:pt x="225" y="116"/>
                      <a:pt x="201" y="143"/>
                    </a:cubicBezTo>
                    <a:lnTo>
                      <a:pt x="140" y="67"/>
                    </a:lnTo>
                    <a:close/>
                    <a:moveTo>
                      <a:pt x="440" y="67"/>
                    </a:moveTo>
                    <a:cubicBezTo>
                      <a:pt x="383" y="124"/>
                      <a:pt x="330" y="179"/>
                      <a:pt x="275" y="236"/>
                    </a:cubicBezTo>
                    <a:lnTo>
                      <a:pt x="214" y="160"/>
                    </a:lnTo>
                    <a:cubicBezTo>
                      <a:pt x="244" y="128"/>
                      <a:pt x="277" y="97"/>
                      <a:pt x="309" y="67"/>
                    </a:cubicBezTo>
                    <a:close/>
                    <a:moveTo>
                      <a:pt x="642" y="67"/>
                    </a:moveTo>
                    <a:cubicBezTo>
                      <a:pt x="547" y="160"/>
                      <a:pt x="454" y="253"/>
                      <a:pt x="362" y="346"/>
                    </a:cubicBezTo>
                    <a:lnTo>
                      <a:pt x="303" y="272"/>
                    </a:lnTo>
                    <a:cubicBezTo>
                      <a:pt x="370" y="204"/>
                      <a:pt x="438" y="135"/>
                      <a:pt x="505" y="67"/>
                    </a:cubicBezTo>
                    <a:close/>
                    <a:moveTo>
                      <a:pt x="3410" y="67"/>
                    </a:moveTo>
                    <a:cubicBezTo>
                      <a:pt x="3260" y="219"/>
                      <a:pt x="3108" y="369"/>
                      <a:pt x="2954" y="519"/>
                    </a:cubicBezTo>
                    <a:lnTo>
                      <a:pt x="2726" y="740"/>
                    </a:lnTo>
                    <a:lnTo>
                      <a:pt x="2484" y="740"/>
                    </a:lnTo>
                    <a:cubicBezTo>
                      <a:pt x="2636" y="584"/>
                      <a:pt x="2790" y="426"/>
                      <a:pt x="2944" y="266"/>
                    </a:cubicBezTo>
                    <a:cubicBezTo>
                      <a:pt x="3007" y="200"/>
                      <a:pt x="3074" y="133"/>
                      <a:pt x="3140" y="67"/>
                    </a:cubicBezTo>
                    <a:close/>
                    <a:moveTo>
                      <a:pt x="828" y="67"/>
                    </a:moveTo>
                    <a:cubicBezTo>
                      <a:pt x="606" y="289"/>
                      <a:pt x="385" y="516"/>
                      <a:pt x="166" y="742"/>
                    </a:cubicBezTo>
                    <a:lnTo>
                      <a:pt x="140" y="742"/>
                    </a:lnTo>
                    <a:lnTo>
                      <a:pt x="408" y="403"/>
                    </a:lnTo>
                    <a:lnTo>
                      <a:pt x="385" y="373"/>
                    </a:lnTo>
                    <a:cubicBezTo>
                      <a:pt x="486" y="270"/>
                      <a:pt x="589" y="168"/>
                      <a:pt x="691" y="67"/>
                    </a:cubicBezTo>
                    <a:close/>
                    <a:moveTo>
                      <a:pt x="1014" y="67"/>
                    </a:moveTo>
                    <a:cubicBezTo>
                      <a:pt x="784" y="291"/>
                      <a:pt x="552" y="516"/>
                      <a:pt x="324" y="742"/>
                    </a:cubicBezTo>
                    <a:lnTo>
                      <a:pt x="216" y="742"/>
                    </a:lnTo>
                    <a:cubicBezTo>
                      <a:pt x="452" y="517"/>
                      <a:pt x="685" y="293"/>
                      <a:pt x="919" y="67"/>
                    </a:cubicBezTo>
                    <a:close/>
                    <a:moveTo>
                      <a:pt x="1159" y="67"/>
                    </a:moveTo>
                    <a:cubicBezTo>
                      <a:pt x="940" y="289"/>
                      <a:pt x="722" y="516"/>
                      <a:pt x="507" y="742"/>
                    </a:cubicBezTo>
                    <a:lnTo>
                      <a:pt x="357" y="742"/>
                    </a:lnTo>
                    <a:cubicBezTo>
                      <a:pt x="589" y="517"/>
                      <a:pt x="819" y="293"/>
                      <a:pt x="1049" y="67"/>
                    </a:cubicBezTo>
                    <a:close/>
                    <a:moveTo>
                      <a:pt x="1343" y="67"/>
                    </a:moveTo>
                    <a:cubicBezTo>
                      <a:pt x="1121" y="289"/>
                      <a:pt x="900" y="514"/>
                      <a:pt x="684" y="742"/>
                    </a:cubicBezTo>
                    <a:lnTo>
                      <a:pt x="558" y="742"/>
                    </a:lnTo>
                    <a:cubicBezTo>
                      <a:pt x="773" y="517"/>
                      <a:pt x="986" y="291"/>
                      <a:pt x="1201" y="67"/>
                    </a:cubicBezTo>
                    <a:close/>
                    <a:moveTo>
                      <a:pt x="1653" y="67"/>
                    </a:moveTo>
                    <a:cubicBezTo>
                      <a:pt x="1418" y="293"/>
                      <a:pt x="1178" y="516"/>
                      <a:pt x="944" y="742"/>
                    </a:cubicBezTo>
                    <a:lnTo>
                      <a:pt x="733" y="742"/>
                    </a:lnTo>
                    <a:cubicBezTo>
                      <a:pt x="950" y="516"/>
                      <a:pt x="1170" y="289"/>
                      <a:pt x="1391" y="67"/>
                    </a:cubicBezTo>
                    <a:close/>
                    <a:moveTo>
                      <a:pt x="1895" y="67"/>
                    </a:moveTo>
                    <a:cubicBezTo>
                      <a:pt x="1657" y="291"/>
                      <a:pt x="1418" y="516"/>
                      <a:pt x="1182" y="742"/>
                    </a:cubicBezTo>
                    <a:lnTo>
                      <a:pt x="992" y="742"/>
                    </a:lnTo>
                    <a:cubicBezTo>
                      <a:pt x="1224" y="517"/>
                      <a:pt x="1456" y="293"/>
                      <a:pt x="1686" y="67"/>
                    </a:cubicBezTo>
                    <a:close/>
                    <a:moveTo>
                      <a:pt x="2131" y="67"/>
                    </a:moveTo>
                    <a:cubicBezTo>
                      <a:pt x="1891" y="289"/>
                      <a:pt x="1648" y="510"/>
                      <a:pt x="1418" y="742"/>
                    </a:cubicBezTo>
                    <a:lnTo>
                      <a:pt x="1222" y="742"/>
                    </a:lnTo>
                    <a:cubicBezTo>
                      <a:pt x="1452" y="516"/>
                      <a:pt x="1684" y="291"/>
                      <a:pt x="1916" y="67"/>
                    </a:cubicBezTo>
                    <a:close/>
                    <a:moveTo>
                      <a:pt x="2283" y="67"/>
                    </a:moveTo>
                    <a:cubicBezTo>
                      <a:pt x="2060" y="289"/>
                      <a:pt x="1838" y="516"/>
                      <a:pt x="1617" y="742"/>
                    </a:cubicBezTo>
                    <a:lnTo>
                      <a:pt x="1465" y="742"/>
                    </a:lnTo>
                    <a:cubicBezTo>
                      <a:pt x="1699" y="516"/>
                      <a:pt x="1933" y="291"/>
                      <a:pt x="2169" y="67"/>
                    </a:cubicBezTo>
                    <a:close/>
                    <a:moveTo>
                      <a:pt x="2484" y="67"/>
                    </a:moveTo>
                    <a:cubicBezTo>
                      <a:pt x="2260" y="291"/>
                      <a:pt x="2037" y="516"/>
                      <a:pt x="1815" y="742"/>
                    </a:cubicBezTo>
                    <a:lnTo>
                      <a:pt x="1630" y="742"/>
                    </a:lnTo>
                    <a:cubicBezTo>
                      <a:pt x="1857" y="516"/>
                      <a:pt x="2085" y="293"/>
                      <a:pt x="2313" y="67"/>
                    </a:cubicBezTo>
                    <a:close/>
                    <a:moveTo>
                      <a:pt x="2619" y="67"/>
                    </a:moveTo>
                    <a:cubicBezTo>
                      <a:pt x="2393" y="285"/>
                      <a:pt x="2176" y="512"/>
                      <a:pt x="1961" y="742"/>
                    </a:cubicBezTo>
                    <a:lnTo>
                      <a:pt x="1849" y="742"/>
                    </a:lnTo>
                    <a:cubicBezTo>
                      <a:pt x="2072" y="516"/>
                      <a:pt x="2296" y="291"/>
                      <a:pt x="2518" y="67"/>
                    </a:cubicBezTo>
                    <a:close/>
                    <a:moveTo>
                      <a:pt x="2882" y="67"/>
                    </a:moveTo>
                    <a:cubicBezTo>
                      <a:pt x="2830" y="116"/>
                      <a:pt x="2777" y="168"/>
                      <a:pt x="2728" y="217"/>
                    </a:cubicBezTo>
                    <a:cubicBezTo>
                      <a:pt x="2549" y="392"/>
                      <a:pt x="2372" y="567"/>
                      <a:pt x="2193" y="742"/>
                    </a:cubicBezTo>
                    <a:lnTo>
                      <a:pt x="1994" y="742"/>
                    </a:lnTo>
                    <a:cubicBezTo>
                      <a:pt x="2174" y="552"/>
                      <a:pt x="2355" y="362"/>
                      <a:pt x="2541" y="177"/>
                    </a:cubicBezTo>
                    <a:cubicBezTo>
                      <a:pt x="2579" y="139"/>
                      <a:pt x="2617" y="103"/>
                      <a:pt x="2655" y="67"/>
                    </a:cubicBezTo>
                    <a:close/>
                    <a:moveTo>
                      <a:pt x="3112" y="67"/>
                    </a:moveTo>
                    <a:cubicBezTo>
                      <a:pt x="3051" y="128"/>
                      <a:pt x="2990" y="188"/>
                      <a:pt x="2929" y="251"/>
                    </a:cubicBezTo>
                    <a:cubicBezTo>
                      <a:pt x="2771" y="417"/>
                      <a:pt x="2613" y="578"/>
                      <a:pt x="2454" y="742"/>
                    </a:cubicBezTo>
                    <a:lnTo>
                      <a:pt x="2214" y="742"/>
                    </a:lnTo>
                    <a:cubicBezTo>
                      <a:pt x="2364" y="597"/>
                      <a:pt x="2516" y="453"/>
                      <a:pt x="2663" y="304"/>
                    </a:cubicBezTo>
                    <a:cubicBezTo>
                      <a:pt x="2743" y="225"/>
                      <a:pt x="2823" y="145"/>
                      <a:pt x="2902" y="67"/>
                    </a:cubicBezTo>
                    <a:close/>
                    <a:moveTo>
                      <a:pt x="3608" y="67"/>
                    </a:moveTo>
                    <a:cubicBezTo>
                      <a:pt x="3423" y="257"/>
                      <a:pt x="3235" y="445"/>
                      <a:pt x="3043" y="628"/>
                    </a:cubicBezTo>
                    <a:lnTo>
                      <a:pt x="2921" y="742"/>
                    </a:lnTo>
                    <a:lnTo>
                      <a:pt x="2760" y="742"/>
                    </a:lnTo>
                    <a:cubicBezTo>
                      <a:pt x="2994" y="517"/>
                      <a:pt x="3224" y="293"/>
                      <a:pt x="3454" y="67"/>
                    </a:cubicBezTo>
                    <a:close/>
                    <a:moveTo>
                      <a:pt x="3743" y="67"/>
                    </a:moveTo>
                    <a:cubicBezTo>
                      <a:pt x="3564" y="244"/>
                      <a:pt x="3384" y="420"/>
                      <a:pt x="3205" y="597"/>
                    </a:cubicBezTo>
                    <a:lnTo>
                      <a:pt x="3056" y="742"/>
                    </a:lnTo>
                    <a:lnTo>
                      <a:pt x="2952" y="742"/>
                    </a:lnTo>
                    <a:lnTo>
                      <a:pt x="2982" y="713"/>
                    </a:lnTo>
                    <a:cubicBezTo>
                      <a:pt x="3207" y="502"/>
                      <a:pt x="3427" y="285"/>
                      <a:pt x="3646" y="67"/>
                    </a:cubicBezTo>
                    <a:close/>
                    <a:moveTo>
                      <a:pt x="3884" y="67"/>
                    </a:moveTo>
                    <a:cubicBezTo>
                      <a:pt x="3663" y="291"/>
                      <a:pt x="3442" y="516"/>
                      <a:pt x="3222" y="742"/>
                    </a:cubicBezTo>
                    <a:lnTo>
                      <a:pt x="3083" y="742"/>
                    </a:lnTo>
                    <a:lnTo>
                      <a:pt x="3142" y="685"/>
                    </a:lnTo>
                    <a:cubicBezTo>
                      <a:pt x="3351" y="477"/>
                      <a:pt x="3564" y="272"/>
                      <a:pt x="3775" y="67"/>
                    </a:cubicBezTo>
                    <a:close/>
                    <a:moveTo>
                      <a:pt x="4081" y="67"/>
                    </a:moveTo>
                    <a:cubicBezTo>
                      <a:pt x="3876" y="266"/>
                      <a:pt x="3671" y="468"/>
                      <a:pt x="3469" y="675"/>
                    </a:cubicBezTo>
                    <a:lnTo>
                      <a:pt x="3404" y="742"/>
                    </a:lnTo>
                    <a:lnTo>
                      <a:pt x="3326" y="742"/>
                    </a:lnTo>
                    <a:cubicBezTo>
                      <a:pt x="3547" y="517"/>
                      <a:pt x="3768" y="293"/>
                      <a:pt x="3986" y="67"/>
                    </a:cubicBezTo>
                    <a:close/>
                    <a:moveTo>
                      <a:pt x="4281" y="67"/>
                    </a:moveTo>
                    <a:cubicBezTo>
                      <a:pt x="4059" y="291"/>
                      <a:pt x="3834" y="517"/>
                      <a:pt x="3608" y="742"/>
                    </a:cubicBezTo>
                    <a:lnTo>
                      <a:pt x="3437" y="742"/>
                    </a:lnTo>
                    <a:lnTo>
                      <a:pt x="3486" y="690"/>
                    </a:lnTo>
                    <a:cubicBezTo>
                      <a:pt x="3692" y="479"/>
                      <a:pt x="3906" y="272"/>
                      <a:pt x="4123" y="67"/>
                    </a:cubicBezTo>
                    <a:close/>
                    <a:moveTo>
                      <a:pt x="4568" y="67"/>
                    </a:moveTo>
                    <a:cubicBezTo>
                      <a:pt x="4330" y="291"/>
                      <a:pt x="4093" y="516"/>
                      <a:pt x="3857" y="742"/>
                    </a:cubicBezTo>
                    <a:lnTo>
                      <a:pt x="3654" y="742"/>
                    </a:lnTo>
                    <a:cubicBezTo>
                      <a:pt x="3882" y="517"/>
                      <a:pt x="4114" y="293"/>
                      <a:pt x="4344" y="67"/>
                    </a:cubicBezTo>
                    <a:close/>
                    <a:moveTo>
                      <a:pt x="4762" y="67"/>
                    </a:moveTo>
                    <a:cubicBezTo>
                      <a:pt x="4532" y="293"/>
                      <a:pt x="4302" y="519"/>
                      <a:pt x="4068" y="742"/>
                    </a:cubicBezTo>
                    <a:lnTo>
                      <a:pt x="3884" y="742"/>
                    </a:lnTo>
                    <a:cubicBezTo>
                      <a:pt x="4121" y="517"/>
                      <a:pt x="4361" y="293"/>
                      <a:pt x="4597" y="67"/>
                    </a:cubicBezTo>
                    <a:close/>
                    <a:moveTo>
                      <a:pt x="5053" y="67"/>
                    </a:moveTo>
                    <a:cubicBezTo>
                      <a:pt x="4825" y="291"/>
                      <a:pt x="4600" y="517"/>
                      <a:pt x="4374" y="742"/>
                    </a:cubicBezTo>
                    <a:lnTo>
                      <a:pt x="4100" y="742"/>
                    </a:lnTo>
                    <a:cubicBezTo>
                      <a:pt x="4332" y="519"/>
                      <a:pt x="4564" y="293"/>
                      <a:pt x="4794" y="67"/>
                    </a:cubicBezTo>
                    <a:close/>
                    <a:moveTo>
                      <a:pt x="5234" y="67"/>
                    </a:moveTo>
                    <a:cubicBezTo>
                      <a:pt x="5226" y="74"/>
                      <a:pt x="5218" y="82"/>
                      <a:pt x="5211" y="92"/>
                    </a:cubicBezTo>
                    <a:cubicBezTo>
                      <a:pt x="4996" y="310"/>
                      <a:pt x="4777" y="527"/>
                      <a:pt x="4559" y="742"/>
                    </a:cubicBezTo>
                    <a:lnTo>
                      <a:pt x="4405" y="742"/>
                    </a:lnTo>
                    <a:cubicBezTo>
                      <a:pt x="4633" y="517"/>
                      <a:pt x="4863" y="293"/>
                      <a:pt x="5091" y="67"/>
                    </a:cubicBezTo>
                    <a:close/>
                    <a:moveTo>
                      <a:pt x="5427" y="67"/>
                    </a:moveTo>
                    <a:cubicBezTo>
                      <a:pt x="5332" y="169"/>
                      <a:pt x="5235" y="272"/>
                      <a:pt x="5137" y="373"/>
                    </a:cubicBezTo>
                    <a:cubicBezTo>
                      <a:pt x="5013" y="495"/>
                      <a:pt x="4891" y="618"/>
                      <a:pt x="4770" y="742"/>
                    </a:cubicBezTo>
                    <a:lnTo>
                      <a:pt x="4597" y="742"/>
                    </a:lnTo>
                    <a:cubicBezTo>
                      <a:pt x="4810" y="533"/>
                      <a:pt x="5021" y="322"/>
                      <a:pt x="5230" y="111"/>
                    </a:cubicBezTo>
                    <a:lnTo>
                      <a:pt x="5230" y="109"/>
                    </a:lnTo>
                    <a:cubicBezTo>
                      <a:pt x="5245" y="95"/>
                      <a:pt x="5258" y="80"/>
                      <a:pt x="5272" y="67"/>
                    </a:cubicBezTo>
                    <a:close/>
                    <a:moveTo>
                      <a:pt x="5574" y="67"/>
                    </a:moveTo>
                    <a:cubicBezTo>
                      <a:pt x="5342" y="293"/>
                      <a:pt x="5110" y="517"/>
                      <a:pt x="4878" y="742"/>
                    </a:cubicBezTo>
                    <a:lnTo>
                      <a:pt x="4787" y="742"/>
                    </a:lnTo>
                    <a:cubicBezTo>
                      <a:pt x="5005" y="517"/>
                      <a:pt x="5224" y="291"/>
                      <a:pt x="5445" y="67"/>
                    </a:cubicBezTo>
                    <a:close/>
                    <a:moveTo>
                      <a:pt x="5850" y="67"/>
                    </a:moveTo>
                    <a:cubicBezTo>
                      <a:pt x="5623" y="293"/>
                      <a:pt x="5395" y="517"/>
                      <a:pt x="5167" y="742"/>
                    </a:cubicBezTo>
                    <a:lnTo>
                      <a:pt x="4956" y="742"/>
                    </a:lnTo>
                    <a:cubicBezTo>
                      <a:pt x="5180" y="517"/>
                      <a:pt x="5405" y="293"/>
                      <a:pt x="5629" y="67"/>
                    </a:cubicBezTo>
                    <a:close/>
                    <a:moveTo>
                      <a:pt x="6026" y="67"/>
                    </a:moveTo>
                    <a:cubicBezTo>
                      <a:pt x="5808" y="297"/>
                      <a:pt x="5583" y="521"/>
                      <a:pt x="5357" y="742"/>
                    </a:cubicBezTo>
                    <a:lnTo>
                      <a:pt x="5201" y="742"/>
                    </a:lnTo>
                    <a:cubicBezTo>
                      <a:pt x="5431" y="519"/>
                      <a:pt x="5659" y="293"/>
                      <a:pt x="5888" y="67"/>
                    </a:cubicBezTo>
                    <a:close/>
                    <a:moveTo>
                      <a:pt x="6146" y="67"/>
                    </a:moveTo>
                    <a:cubicBezTo>
                      <a:pt x="5998" y="234"/>
                      <a:pt x="5851" y="400"/>
                      <a:pt x="5701" y="563"/>
                    </a:cubicBezTo>
                    <a:cubicBezTo>
                      <a:pt x="5644" y="622"/>
                      <a:pt x="5589" y="683"/>
                      <a:pt x="5532" y="742"/>
                    </a:cubicBezTo>
                    <a:lnTo>
                      <a:pt x="5416" y="742"/>
                    </a:lnTo>
                    <a:cubicBezTo>
                      <a:pt x="5642" y="523"/>
                      <a:pt x="5865" y="299"/>
                      <a:pt x="6080" y="67"/>
                    </a:cubicBezTo>
                    <a:close/>
                    <a:moveTo>
                      <a:pt x="6251" y="67"/>
                    </a:moveTo>
                    <a:lnTo>
                      <a:pt x="6274" y="99"/>
                    </a:lnTo>
                    <a:cubicBezTo>
                      <a:pt x="6118" y="278"/>
                      <a:pt x="5966" y="460"/>
                      <a:pt x="5804" y="632"/>
                    </a:cubicBezTo>
                    <a:cubicBezTo>
                      <a:pt x="5768" y="668"/>
                      <a:pt x="5732" y="706"/>
                      <a:pt x="5696" y="742"/>
                    </a:cubicBezTo>
                    <a:lnTo>
                      <a:pt x="5551" y="742"/>
                    </a:lnTo>
                    <a:cubicBezTo>
                      <a:pt x="5764" y="519"/>
                      <a:pt x="5971" y="293"/>
                      <a:pt x="6180" y="67"/>
                    </a:cubicBezTo>
                    <a:close/>
                    <a:moveTo>
                      <a:pt x="6293" y="122"/>
                    </a:moveTo>
                    <a:lnTo>
                      <a:pt x="6352" y="198"/>
                    </a:lnTo>
                    <a:cubicBezTo>
                      <a:pt x="6177" y="379"/>
                      <a:pt x="6004" y="559"/>
                      <a:pt x="5831" y="742"/>
                    </a:cubicBezTo>
                    <a:lnTo>
                      <a:pt x="5726" y="742"/>
                    </a:lnTo>
                    <a:cubicBezTo>
                      <a:pt x="5758" y="711"/>
                      <a:pt x="5791" y="679"/>
                      <a:pt x="5821" y="647"/>
                    </a:cubicBezTo>
                    <a:cubicBezTo>
                      <a:pt x="5986" y="479"/>
                      <a:pt x="6139" y="299"/>
                      <a:pt x="6293" y="122"/>
                    </a:cubicBezTo>
                    <a:close/>
                    <a:moveTo>
                      <a:pt x="6371" y="221"/>
                    </a:moveTo>
                    <a:lnTo>
                      <a:pt x="6458" y="333"/>
                    </a:lnTo>
                    <a:cubicBezTo>
                      <a:pt x="6340" y="472"/>
                      <a:pt x="6218" y="607"/>
                      <a:pt x="6095" y="742"/>
                    </a:cubicBezTo>
                    <a:lnTo>
                      <a:pt x="5874" y="742"/>
                    </a:lnTo>
                    <a:cubicBezTo>
                      <a:pt x="6040" y="567"/>
                      <a:pt x="6205" y="394"/>
                      <a:pt x="6371" y="221"/>
                    </a:cubicBezTo>
                    <a:close/>
                    <a:moveTo>
                      <a:pt x="6475" y="352"/>
                    </a:moveTo>
                    <a:lnTo>
                      <a:pt x="6509" y="396"/>
                    </a:lnTo>
                    <a:lnTo>
                      <a:pt x="6251" y="742"/>
                    </a:lnTo>
                    <a:lnTo>
                      <a:pt x="6135" y="742"/>
                    </a:lnTo>
                    <a:cubicBezTo>
                      <a:pt x="6249" y="612"/>
                      <a:pt x="6363" y="483"/>
                      <a:pt x="6475" y="352"/>
                    </a:cubicBezTo>
                    <a:close/>
                    <a:moveTo>
                      <a:pt x="1" y="0"/>
                    </a:moveTo>
                    <a:lnTo>
                      <a:pt x="322" y="405"/>
                    </a:lnTo>
                    <a:lnTo>
                      <a:pt x="1" y="808"/>
                    </a:lnTo>
                    <a:lnTo>
                      <a:pt x="6283" y="808"/>
                    </a:lnTo>
                    <a:lnTo>
                      <a:pt x="6591" y="398"/>
                    </a:lnTo>
                    <a:lnTo>
                      <a:pt x="628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30"/>
              <p:cNvSpPr/>
              <p:nvPr/>
            </p:nvSpPr>
            <p:spPr>
              <a:xfrm>
                <a:off x="5349469" y="2746761"/>
                <a:ext cx="1300124" cy="159583"/>
              </a:xfrm>
              <a:custGeom>
                <a:rect b="b" l="l" r="r" t="t"/>
                <a:pathLst>
                  <a:path extrusionOk="0" h="809" w="6591">
                    <a:moveTo>
                      <a:pt x="276" y="67"/>
                    </a:moveTo>
                    <a:lnTo>
                      <a:pt x="198" y="143"/>
                    </a:lnTo>
                    <a:lnTo>
                      <a:pt x="137" y="67"/>
                    </a:lnTo>
                    <a:close/>
                    <a:moveTo>
                      <a:pt x="437" y="67"/>
                    </a:moveTo>
                    <a:cubicBezTo>
                      <a:pt x="380" y="124"/>
                      <a:pt x="325" y="179"/>
                      <a:pt x="272" y="236"/>
                    </a:cubicBezTo>
                    <a:lnTo>
                      <a:pt x="211" y="160"/>
                    </a:lnTo>
                    <a:cubicBezTo>
                      <a:pt x="242" y="128"/>
                      <a:pt x="274" y="97"/>
                      <a:pt x="306" y="67"/>
                    </a:cubicBezTo>
                    <a:close/>
                    <a:moveTo>
                      <a:pt x="639" y="67"/>
                    </a:moveTo>
                    <a:cubicBezTo>
                      <a:pt x="544" y="160"/>
                      <a:pt x="451" y="253"/>
                      <a:pt x="359" y="346"/>
                    </a:cubicBezTo>
                    <a:lnTo>
                      <a:pt x="299" y="272"/>
                    </a:lnTo>
                    <a:cubicBezTo>
                      <a:pt x="367" y="204"/>
                      <a:pt x="436" y="135"/>
                      <a:pt x="502" y="67"/>
                    </a:cubicBezTo>
                    <a:close/>
                    <a:moveTo>
                      <a:pt x="3409" y="67"/>
                    </a:moveTo>
                    <a:cubicBezTo>
                      <a:pt x="3259" y="219"/>
                      <a:pt x="3107" y="369"/>
                      <a:pt x="2955" y="519"/>
                    </a:cubicBezTo>
                    <a:lnTo>
                      <a:pt x="2727" y="740"/>
                    </a:lnTo>
                    <a:lnTo>
                      <a:pt x="2481" y="740"/>
                    </a:lnTo>
                    <a:cubicBezTo>
                      <a:pt x="2635" y="584"/>
                      <a:pt x="2789" y="426"/>
                      <a:pt x="2942" y="266"/>
                    </a:cubicBezTo>
                    <a:cubicBezTo>
                      <a:pt x="3006" y="200"/>
                      <a:pt x="3073" y="133"/>
                      <a:pt x="3139" y="67"/>
                    </a:cubicBezTo>
                    <a:close/>
                    <a:moveTo>
                      <a:pt x="825" y="67"/>
                    </a:moveTo>
                    <a:cubicBezTo>
                      <a:pt x="603" y="289"/>
                      <a:pt x="382" y="516"/>
                      <a:pt x="164" y="742"/>
                    </a:cubicBezTo>
                    <a:lnTo>
                      <a:pt x="137" y="742"/>
                    </a:lnTo>
                    <a:lnTo>
                      <a:pt x="405" y="403"/>
                    </a:lnTo>
                    <a:lnTo>
                      <a:pt x="382" y="373"/>
                    </a:lnTo>
                    <a:cubicBezTo>
                      <a:pt x="483" y="270"/>
                      <a:pt x="586" y="168"/>
                      <a:pt x="688" y="67"/>
                    </a:cubicBezTo>
                    <a:close/>
                    <a:moveTo>
                      <a:pt x="1014" y="67"/>
                    </a:moveTo>
                    <a:cubicBezTo>
                      <a:pt x="782" y="291"/>
                      <a:pt x="552" y="516"/>
                      <a:pt x="323" y="742"/>
                    </a:cubicBezTo>
                    <a:lnTo>
                      <a:pt x="215" y="742"/>
                    </a:lnTo>
                    <a:cubicBezTo>
                      <a:pt x="449" y="517"/>
                      <a:pt x="685" y="293"/>
                      <a:pt x="918" y="67"/>
                    </a:cubicBezTo>
                    <a:close/>
                    <a:moveTo>
                      <a:pt x="1158" y="67"/>
                    </a:moveTo>
                    <a:cubicBezTo>
                      <a:pt x="938" y="289"/>
                      <a:pt x="721" y="516"/>
                      <a:pt x="506" y="742"/>
                    </a:cubicBezTo>
                    <a:lnTo>
                      <a:pt x="356" y="742"/>
                    </a:lnTo>
                    <a:cubicBezTo>
                      <a:pt x="588" y="517"/>
                      <a:pt x="818" y="293"/>
                      <a:pt x="1048" y="67"/>
                    </a:cubicBezTo>
                    <a:close/>
                    <a:moveTo>
                      <a:pt x="1341" y="67"/>
                    </a:moveTo>
                    <a:cubicBezTo>
                      <a:pt x="1118" y="289"/>
                      <a:pt x="898" y="514"/>
                      <a:pt x="681" y="742"/>
                    </a:cubicBezTo>
                    <a:lnTo>
                      <a:pt x="557" y="742"/>
                    </a:lnTo>
                    <a:cubicBezTo>
                      <a:pt x="772" y="517"/>
                      <a:pt x="985" y="291"/>
                      <a:pt x="1200" y="67"/>
                    </a:cubicBezTo>
                    <a:close/>
                    <a:moveTo>
                      <a:pt x="1652" y="67"/>
                    </a:moveTo>
                    <a:cubicBezTo>
                      <a:pt x="1417" y="293"/>
                      <a:pt x="1177" y="516"/>
                      <a:pt x="943" y="742"/>
                    </a:cubicBezTo>
                    <a:lnTo>
                      <a:pt x="732" y="742"/>
                    </a:lnTo>
                    <a:cubicBezTo>
                      <a:pt x="949" y="516"/>
                      <a:pt x="1168" y="289"/>
                      <a:pt x="1390" y="67"/>
                    </a:cubicBezTo>
                    <a:close/>
                    <a:moveTo>
                      <a:pt x="1894" y="67"/>
                    </a:moveTo>
                    <a:cubicBezTo>
                      <a:pt x="1656" y="291"/>
                      <a:pt x="1417" y="516"/>
                      <a:pt x="1181" y="742"/>
                    </a:cubicBezTo>
                    <a:lnTo>
                      <a:pt x="991" y="742"/>
                    </a:lnTo>
                    <a:cubicBezTo>
                      <a:pt x="1221" y="517"/>
                      <a:pt x="1453" y="293"/>
                      <a:pt x="1683" y="67"/>
                    </a:cubicBezTo>
                    <a:close/>
                    <a:moveTo>
                      <a:pt x="2130" y="67"/>
                    </a:moveTo>
                    <a:cubicBezTo>
                      <a:pt x="1888" y="289"/>
                      <a:pt x="1647" y="510"/>
                      <a:pt x="1417" y="742"/>
                    </a:cubicBezTo>
                    <a:lnTo>
                      <a:pt x="1219" y="742"/>
                    </a:lnTo>
                    <a:cubicBezTo>
                      <a:pt x="1451" y="516"/>
                      <a:pt x="1683" y="291"/>
                      <a:pt x="1915" y="67"/>
                    </a:cubicBezTo>
                    <a:close/>
                    <a:moveTo>
                      <a:pt x="2282" y="67"/>
                    </a:moveTo>
                    <a:cubicBezTo>
                      <a:pt x="2057" y="289"/>
                      <a:pt x="1837" y="516"/>
                      <a:pt x="1616" y="742"/>
                    </a:cubicBezTo>
                    <a:lnTo>
                      <a:pt x="1464" y="742"/>
                    </a:lnTo>
                    <a:cubicBezTo>
                      <a:pt x="1696" y="516"/>
                      <a:pt x="1932" y="291"/>
                      <a:pt x="2168" y="67"/>
                    </a:cubicBezTo>
                    <a:close/>
                    <a:moveTo>
                      <a:pt x="2483" y="67"/>
                    </a:moveTo>
                    <a:cubicBezTo>
                      <a:pt x="2259" y="291"/>
                      <a:pt x="2036" y="516"/>
                      <a:pt x="1816" y="742"/>
                    </a:cubicBezTo>
                    <a:lnTo>
                      <a:pt x="1632" y="742"/>
                    </a:lnTo>
                    <a:cubicBezTo>
                      <a:pt x="1856" y="516"/>
                      <a:pt x="2084" y="293"/>
                      <a:pt x="2312" y="67"/>
                    </a:cubicBezTo>
                    <a:close/>
                    <a:moveTo>
                      <a:pt x="2618" y="67"/>
                    </a:moveTo>
                    <a:cubicBezTo>
                      <a:pt x="2392" y="285"/>
                      <a:pt x="2175" y="512"/>
                      <a:pt x="1960" y="742"/>
                    </a:cubicBezTo>
                    <a:lnTo>
                      <a:pt x="1848" y="742"/>
                    </a:lnTo>
                    <a:cubicBezTo>
                      <a:pt x="2071" y="516"/>
                      <a:pt x="2293" y="291"/>
                      <a:pt x="2518" y="67"/>
                    </a:cubicBezTo>
                    <a:close/>
                    <a:moveTo>
                      <a:pt x="2881" y="67"/>
                    </a:moveTo>
                    <a:cubicBezTo>
                      <a:pt x="2827" y="116"/>
                      <a:pt x="2776" y="168"/>
                      <a:pt x="2725" y="217"/>
                    </a:cubicBezTo>
                    <a:cubicBezTo>
                      <a:pt x="2548" y="392"/>
                      <a:pt x="2371" y="567"/>
                      <a:pt x="2192" y="742"/>
                    </a:cubicBezTo>
                    <a:lnTo>
                      <a:pt x="1993" y="742"/>
                    </a:lnTo>
                    <a:cubicBezTo>
                      <a:pt x="2171" y="552"/>
                      <a:pt x="2354" y="362"/>
                      <a:pt x="2540" y="177"/>
                    </a:cubicBezTo>
                    <a:cubicBezTo>
                      <a:pt x="2578" y="139"/>
                      <a:pt x="2616" y="103"/>
                      <a:pt x="2654" y="67"/>
                    </a:cubicBezTo>
                    <a:close/>
                    <a:moveTo>
                      <a:pt x="3111" y="67"/>
                    </a:moveTo>
                    <a:cubicBezTo>
                      <a:pt x="3050" y="128"/>
                      <a:pt x="2989" y="188"/>
                      <a:pt x="2928" y="251"/>
                    </a:cubicBezTo>
                    <a:cubicBezTo>
                      <a:pt x="2770" y="417"/>
                      <a:pt x="2613" y="578"/>
                      <a:pt x="2453" y="742"/>
                    </a:cubicBezTo>
                    <a:lnTo>
                      <a:pt x="2213" y="742"/>
                    </a:lnTo>
                    <a:cubicBezTo>
                      <a:pt x="2364" y="597"/>
                      <a:pt x="2516" y="453"/>
                      <a:pt x="2662" y="304"/>
                    </a:cubicBezTo>
                    <a:cubicBezTo>
                      <a:pt x="2742" y="225"/>
                      <a:pt x="2822" y="145"/>
                      <a:pt x="2902" y="67"/>
                    </a:cubicBezTo>
                    <a:close/>
                    <a:moveTo>
                      <a:pt x="3607" y="67"/>
                    </a:moveTo>
                    <a:cubicBezTo>
                      <a:pt x="3423" y="257"/>
                      <a:pt x="3234" y="445"/>
                      <a:pt x="3042" y="628"/>
                    </a:cubicBezTo>
                    <a:lnTo>
                      <a:pt x="2921" y="742"/>
                    </a:lnTo>
                    <a:lnTo>
                      <a:pt x="2759" y="742"/>
                    </a:lnTo>
                    <a:cubicBezTo>
                      <a:pt x="2993" y="517"/>
                      <a:pt x="3223" y="293"/>
                      <a:pt x="3453" y="67"/>
                    </a:cubicBezTo>
                    <a:close/>
                    <a:moveTo>
                      <a:pt x="3740" y="67"/>
                    </a:moveTo>
                    <a:cubicBezTo>
                      <a:pt x="3561" y="244"/>
                      <a:pt x="3383" y="420"/>
                      <a:pt x="3204" y="597"/>
                    </a:cubicBezTo>
                    <a:lnTo>
                      <a:pt x="3054" y="742"/>
                    </a:lnTo>
                    <a:lnTo>
                      <a:pt x="2949" y="742"/>
                    </a:lnTo>
                    <a:lnTo>
                      <a:pt x="2980" y="713"/>
                    </a:lnTo>
                    <a:cubicBezTo>
                      <a:pt x="3204" y="502"/>
                      <a:pt x="3424" y="285"/>
                      <a:pt x="3643" y="67"/>
                    </a:cubicBezTo>
                    <a:close/>
                    <a:moveTo>
                      <a:pt x="3883" y="67"/>
                    </a:moveTo>
                    <a:cubicBezTo>
                      <a:pt x="3662" y="291"/>
                      <a:pt x="3442" y="516"/>
                      <a:pt x="3221" y="742"/>
                    </a:cubicBezTo>
                    <a:lnTo>
                      <a:pt x="3080" y="742"/>
                    </a:lnTo>
                    <a:lnTo>
                      <a:pt x="3139" y="685"/>
                    </a:lnTo>
                    <a:cubicBezTo>
                      <a:pt x="3348" y="477"/>
                      <a:pt x="3561" y="272"/>
                      <a:pt x="3772" y="67"/>
                    </a:cubicBezTo>
                    <a:close/>
                    <a:moveTo>
                      <a:pt x="4079" y="67"/>
                    </a:moveTo>
                    <a:cubicBezTo>
                      <a:pt x="3873" y="266"/>
                      <a:pt x="3668" y="468"/>
                      <a:pt x="3466" y="675"/>
                    </a:cubicBezTo>
                    <a:cubicBezTo>
                      <a:pt x="3443" y="696"/>
                      <a:pt x="3423" y="719"/>
                      <a:pt x="3402" y="742"/>
                    </a:cubicBezTo>
                    <a:lnTo>
                      <a:pt x="3324" y="742"/>
                    </a:lnTo>
                    <a:cubicBezTo>
                      <a:pt x="3546" y="517"/>
                      <a:pt x="3767" y="293"/>
                      <a:pt x="3985" y="67"/>
                    </a:cubicBezTo>
                    <a:close/>
                    <a:moveTo>
                      <a:pt x="4278" y="67"/>
                    </a:moveTo>
                    <a:cubicBezTo>
                      <a:pt x="4056" y="291"/>
                      <a:pt x="3831" y="517"/>
                      <a:pt x="3605" y="742"/>
                    </a:cubicBezTo>
                    <a:lnTo>
                      <a:pt x="3434" y="742"/>
                    </a:lnTo>
                    <a:cubicBezTo>
                      <a:pt x="3449" y="725"/>
                      <a:pt x="3466" y="709"/>
                      <a:pt x="3483" y="692"/>
                    </a:cubicBezTo>
                    <a:lnTo>
                      <a:pt x="3482" y="690"/>
                    </a:lnTo>
                    <a:cubicBezTo>
                      <a:pt x="3689" y="479"/>
                      <a:pt x="3904" y="272"/>
                      <a:pt x="4120" y="67"/>
                    </a:cubicBezTo>
                    <a:close/>
                    <a:moveTo>
                      <a:pt x="4567" y="67"/>
                    </a:moveTo>
                    <a:cubicBezTo>
                      <a:pt x="4330" y="291"/>
                      <a:pt x="4092" y="516"/>
                      <a:pt x="3854" y="742"/>
                    </a:cubicBezTo>
                    <a:lnTo>
                      <a:pt x="3651" y="742"/>
                    </a:lnTo>
                    <a:cubicBezTo>
                      <a:pt x="3881" y="517"/>
                      <a:pt x="4111" y="293"/>
                      <a:pt x="4343" y="67"/>
                    </a:cubicBezTo>
                    <a:close/>
                    <a:moveTo>
                      <a:pt x="4761" y="67"/>
                    </a:moveTo>
                    <a:cubicBezTo>
                      <a:pt x="4531" y="293"/>
                      <a:pt x="4301" y="519"/>
                      <a:pt x="4067" y="742"/>
                    </a:cubicBezTo>
                    <a:lnTo>
                      <a:pt x="3883" y="742"/>
                    </a:lnTo>
                    <a:cubicBezTo>
                      <a:pt x="4120" y="517"/>
                      <a:pt x="4358" y="293"/>
                      <a:pt x="4596" y="67"/>
                    </a:cubicBezTo>
                    <a:close/>
                    <a:moveTo>
                      <a:pt x="5050" y="67"/>
                    </a:moveTo>
                    <a:cubicBezTo>
                      <a:pt x="4824" y="291"/>
                      <a:pt x="4600" y="517"/>
                      <a:pt x="4373" y="742"/>
                    </a:cubicBezTo>
                    <a:lnTo>
                      <a:pt x="4099" y="742"/>
                    </a:lnTo>
                    <a:cubicBezTo>
                      <a:pt x="4331" y="519"/>
                      <a:pt x="4563" y="293"/>
                      <a:pt x="4793" y="67"/>
                    </a:cubicBezTo>
                    <a:close/>
                    <a:moveTo>
                      <a:pt x="5233" y="67"/>
                    </a:moveTo>
                    <a:cubicBezTo>
                      <a:pt x="5225" y="74"/>
                      <a:pt x="5217" y="82"/>
                      <a:pt x="5210" y="92"/>
                    </a:cubicBezTo>
                    <a:cubicBezTo>
                      <a:pt x="4995" y="310"/>
                      <a:pt x="4776" y="527"/>
                      <a:pt x="4558" y="742"/>
                    </a:cubicBezTo>
                    <a:lnTo>
                      <a:pt x="4404" y="742"/>
                    </a:lnTo>
                    <a:cubicBezTo>
                      <a:pt x="4632" y="517"/>
                      <a:pt x="4862" y="293"/>
                      <a:pt x="5090" y="67"/>
                    </a:cubicBezTo>
                    <a:close/>
                    <a:moveTo>
                      <a:pt x="5425" y="67"/>
                    </a:moveTo>
                    <a:cubicBezTo>
                      <a:pt x="5330" y="169"/>
                      <a:pt x="5233" y="272"/>
                      <a:pt x="5136" y="373"/>
                    </a:cubicBezTo>
                    <a:cubicBezTo>
                      <a:pt x="5012" y="495"/>
                      <a:pt x="4890" y="618"/>
                      <a:pt x="4767" y="742"/>
                    </a:cubicBezTo>
                    <a:lnTo>
                      <a:pt x="4596" y="742"/>
                    </a:lnTo>
                    <a:cubicBezTo>
                      <a:pt x="4807" y="533"/>
                      <a:pt x="5018" y="322"/>
                      <a:pt x="5229" y="111"/>
                    </a:cubicBezTo>
                    <a:lnTo>
                      <a:pt x="5229" y="109"/>
                    </a:lnTo>
                    <a:cubicBezTo>
                      <a:pt x="5242" y="95"/>
                      <a:pt x="5255" y="80"/>
                      <a:pt x="5271" y="67"/>
                    </a:cubicBezTo>
                    <a:close/>
                    <a:moveTo>
                      <a:pt x="5571" y="67"/>
                    </a:moveTo>
                    <a:cubicBezTo>
                      <a:pt x="5339" y="293"/>
                      <a:pt x="5107" y="517"/>
                      <a:pt x="4875" y="742"/>
                    </a:cubicBezTo>
                    <a:lnTo>
                      <a:pt x="4784" y="742"/>
                    </a:lnTo>
                    <a:cubicBezTo>
                      <a:pt x="5003" y="517"/>
                      <a:pt x="5223" y="291"/>
                      <a:pt x="5444" y="67"/>
                    </a:cubicBezTo>
                    <a:close/>
                    <a:moveTo>
                      <a:pt x="5849" y="67"/>
                    </a:moveTo>
                    <a:cubicBezTo>
                      <a:pt x="5622" y="293"/>
                      <a:pt x="5394" y="517"/>
                      <a:pt x="5166" y="742"/>
                    </a:cubicBezTo>
                    <a:lnTo>
                      <a:pt x="4953" y="742"/>
                    </a:lnTo>
                    <a:cubicBezTo>
                      <a:pt x="5179" y="517"/>
                      <a:pt x="5404" y="293"/>
                      <a:pt x="5628" y="67"/>
                    </a:cubicBezTo>
                    <a:close/>
                    <a:moveTo>
                      <a:pt x="6026" y="67"/>
                    </a:moveTo>
                    <a:cubicBezTo>
                      <a:pt x="5807" y="297"/>
                      <a:pt x="5583" y="521"/>
                      <a:pt x="5354" y="742"/>
                    </a:cubicBezTo>
                    <a:lnTo>
                      <a:pt x="5198" y="742"/>
                    </a:lnTo>
                    <a:cubicBezTo>
                      <a:pt x="5430" y="519"/>
                      <a:pt x="5659" y="293"/>
                      <a:pt x="5887" y="67"/>
                    </a:cubicBezTo>
                    <a:close/>
                    <a:moveTo>
                      <a:pt x="6143" y="67"/>
                    </a:moveTo>
                    <a:cubicBezTo>
                      <a:pt x="5997" y="234"/>
                      <a:pt x="5851" y="400"/>
                      <a:pt x="5700" y="563"/>
                    </a:cubicBezTo>
                    <a:cubicBezTo>
                      <a:pt x="5643" y="622"/>
                      <a:pt x="5586" y="683"/>
                      <a:pt x="5529" y="742"/>
                    </a:cubicBezTo>
                    <a:lnTo>
                      <a:pt x="5415" y="742"/>
                    </a:lnTo>
                    <a:cubicBezTo>
                      <a:pt x="5641" y="523"/>
                      <a:pt x="5864" y="299"/>
                      <a:pt x="6077" y="67"/>
                    </a:cubicBezTo>
                    <a:close/>
                    <a:moveTo>
                      <a:pt x="6248" y="67"/>
                    </a:moveTo>
                    <a:lnTo>
                      <a:pt x="6273" y="99"/>
                    </a:lnTo>
                    <a:cubicBezTo>
                      <a:pt x="6117" y="278"/>
                      <a:pt x="5965" y="460"/>
                      <a:pt x="5803" y="632"/>
                    </a:cubicBezTo>
                    <a:cubicBezTo>
                      <a:pt x="5767" y="668"/>
                      <a:pt x="5731" y="706"/>
                      <a:pt x="5695" y="742"/>
                    </a:cubicBezTo>
                    <a:lnTo>
                      <a:pt x="5550" y="742"/>
                    </a:lnTo>
                    <a:cubicBezTo>
                      <a:pt x="5761" y="519"/>
                      <a:pt x="5970" y="293"/>
                      <a:pt x="6180" y="67"/>
                    </a:cubicBezTo>
                    <a:close/>
                    <a:moveTo>
                      <a:pt x="6292" y="122"/>
                    </a:moveTo>
                    <a:lnTo>
                      <a:pt x="6351" y="198"/>
                    </a:lnTo>
                    <a:cubicBezTo>
                      <a:pt x="6176" y="379"/>
                      <a:pt x="6003" y="559"/>
                      <a:pt x="5830" y="742"/>
                    </a:cubicBezTo>
                    <a:lnTo>
                      <a:pt x="5725" y="742"/>
                    </a:lnTo>
                    <a:cubicBezTo>
                      <a:pt x="5756" y="711"/>
                      <a:pt x="5788" y="679"/>
                      <a:pt x="5820" y="647"/>
                    </a:cubicBezTo>
                    <a:cubicBezTo>
                      <a:pt x="5984" y="479"/>
                      <a:pt x="6136" y="299"/>
                      <a:pt x="6292" y="122"/>
                    </a:cubicBezTo>
                    <a:close/>
                    <a:moveTo>
                      <a:pt x="6370" y="221"/>
                    </a:moveTo>
                    <a:lnTo>
                      <a:pt x="6457" y="333"/>
                    </a:lnTo>
                    <a:cubicBezTo>
                      <a:pt x="6337" y="472"/>
                      <a:pt x="6218" y="607"/>
                      <a:pt x="6094" y="742"/>
                    </a:cubicBezTo>
                    <a:lnTo>
                      <a:pt x="5872" y="742"/>
                    </a:lnTo>
                    <a:cubicBezTo>
                      <a:pt x="6039" y="567"/>
                      <a:pt x="6204" y="394"/>
                      <a:pt x="6370" y="221"/>
                    </a:cubicBezTo>
                    <a:close/>
                    <a:moveTo>
                      <a:pt x="6470" y="352"/>
                    </a:moveTo>
                    <a:lnTo>
                      <a:pt x="6507" y="396"/>
                    </a:lnTo>
                    <a:lnTo>
                      <a:pt x="6248" y="742"/>
                    </a:lnTo>
                    <a:lnTo>
                      <a:pt x="6132" y="742"/>
                    </a:lnTo>
                    <a:cubicBezTo>
                      <a:pt x="6246" y="612"/>
                      <a:pt x="6360" y="483"/>
                      <a:pt x="6470" y="352"/>
                    </a:cubicBezTo>
                    <a:close/>
                    <a:moveTo>
                      <a:pt x="0" y="0"/>
                    </a:moveTo>
                    <a:lnTo>
                      <a:pt x="321" y="405"/>
                    </a:lnTo>
                    <a:lnTo>
                      <a:pt x="0" y="808"/>
                    </a:lnTo>
                    <a:lnTo>
                      <a:pt x="6280" y="808"/>
                    </a:lnTo>
                    <a:lnTo>
                      <a:pt x="6590" y="398"/>
                    </a:lnTo>
                    <a:lnTo>
                      <a:pt x="6280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5" name="Google Shape;185;p30"/>
              <p:cNvSpPr/>
              <p:nvPr/>
            </p:nvSpPr>
            <p:spPr>
              <a:xfrm>
                <a:off x="6778046" y="2746761"/>
                <a:ext cx="1300124" cy="159583"/>
              </a:xfrm>
              <a:custGeom>
                <a:rect b="b" l="l" r="r" t="t"/>
                <a:pathLst>
                  <a:path extrusionOk="0" h="809" w="6591">
                    <a:moveTo>
                      <a:pt x="276" y="67"/>
                    </a:moveTo>
                    <a:lnTo>
                      <a:pt x="198" y="143"/>
                    </a:lnTo>
                    <a:lnTo>
                      <a:pt x="137" y="67"/>
                    </a:lnTo>
                    <a:close/>
                    <a:moveTo>
                      <a:pt x="436" y="67"/>
                    </a:moveTo>
                    <a:cubicBezTo>
                      <a:pt x="381" y="124"/>
                      <a:pt x="325" y="179"/>
                      <a:pt x="270" y="236"/>
                    </a:cubicBezTo>
                    <a:lnTo>
                      <a:pt x="211" y="160"/>
                    </a:lnTo>
                    <a:cubicBezTo>
                      <a:pt x="242" y="128"/>
                      <a:pt x="274" y="97"/>
                      <a:pt x="306" y="67"/>
                    </a:cubicBezTo>
                    <a:close/>
                    <a:moveTo>
                      <a:pt x="639" y="67"/>
                    </a:moveTo>
                    <a:cubicBezTo>
                      <a:pt x="544" y="160"/>
                      <a:pt x="451" y="253"/>
                      <a:pt x="360" y="346"/>
                    </a:cubicBezTo>
                    <a:lnTo>
                      <a:pt x="299" y="272"/>
                    </a:lnTo>
                    <a:cubicBezTo>
                      <a:pt x="367" y="204"/>
                      <a:pt x="434" y="135"/>
                      <a:pt x="502" y="67"/>
                    </a:cubicBezTo>
                    <a:close/>
                    <a:moveTo>
                      <a:pt x="3409" y="67"/>
                    </a:moveTo>
                    <a:cubicBezTo>
                      <a:pt x="3257" y="219"/>
                      <a:pt x="3105" y="369"/>
                      <a:pt x="2953" y="519"/>
                    </a:cubicBezTo>
                    <a:cubicBezTo>
                      <a:pt x="2877" y="592"/>
                      <a:pt x="2801" y="666"/>
                      <a:pt x="2725" y="740"/>
                    </a:cubicBezTo>
                    <a:lnTo>
                      <a:pt x="2480" y="740"/>
                    </a:lnTo>
                    <a:cubicBezTo>
                      <a:pt x="2634" y="584"/>
                      <a:pt x="2788" y="426"/>
                      <a:pt x="2942" y="266"/>
                    </a:cubicBezTo>
                    <a:cubicBezTo>
                      <a:pt x="3004" y="200"/>
                      <a:pt x="3071" y="133"/>
                      <a:pt x="3138" y="67"/>
                    </a:cubicBezTo>
                    <a:close/>
                    <a:moveTo>
                      <a:pt x="3881" y="65"/>
                    </a:moveTo>
                    <a:cubicBezTo>
                      <a:pt x="3658" y="291"/>
                      <a:pt x="3438" y="516"/>
                      <a:pt x="3219" y="740"/>
                    </a:cubicBezTo>
                    <a:lnTo>
                      <a:pt x="3079" y="740"/>
                    </a:lnTo>
                    <a:lnTo>
                      <a:pt x="3139" y="685"/>
                    </a:lnTo>
                    <a:cubicBezTo>
                      <a:pt x="3349" y="477"/>
                      <a:pt x="3562" y="272"/>
                      <a:pt x="3773" y="65"/>
                    </a:cubicBezTo>
                    <a:close/>
                    <a:moveTo>
                      <a:pt x="4079" y="65"/>
                    </a:moveTo>
                    <a:cubicBezTo>
                      <a:pt x="3873" y="266"/>
                      <a:pt x="3668" y="468"/>
                      <a:pt x="3466" y="673"/>
                    </a:cubicBezTo>
                    <a:cubicBezTo>
                      <a:pt x="3444" y="696"/>
                      <a:pt x="3423" y="719"/>
                      <a:pt x="3402" y="740"/>
                    </a:cubicBezTo>
                    <a:lnTo>
                      <a:pt x="3324" y="740"/>
                    </a:lnTo>
                    <a:cubicBezTo>
                      <a:pt x="3546" y="517"/>
                      <a:pt x="3765" y="293"/>
                      <a:pt x="3986" y="67"/>
                    </a:cubicBezTo>
                    <a:lnTo>
                      <a:pt x="3986" y="65"/>
                    </a:lnTo>
                    <a:close/>
                    <a:moveTo>
                      <a:pt x="4278" y="65"/>
                    </a:moveTo>
                    <a:cubicBezTo>
                      <a:pt x="4056" y="291"/>
                      <a:pt x="3832" y="517"/>
                      <a:pt x="3605" y="740"/>
                    </a:cubicBezTo>
                    <a:lnTo>
                      <a:pt x="3434" y="740"/>
                    </a:lnTo>
                    <a:cubicBezTo>
                      <a:pt x="3449" y="725"/>
                      <a:pt x="3466" y="709"/>
                      <a:pt x="3482" y="692"/>
                    </a:cubicBezTo>
                    <a:lnTo>
                      <a:pt x="3482" y="690"/>
                    </a:lnTo>
                    <a:cubicBezTo>
                      <a:pt x="3689" y="479"/>
                      <a:pt x="3904" y="272"/>
                      <a:pt x="4121" y="65"/>
                    </a:cubicBezTo>
                    <a:close/>
                    <a:moveTo>
                      <a:pt x="825" y="67"/>
                    </a:moveTo>
                    <a:cubicBezTo>
                      <a:pt x="603" y="289"/>
                      <a:pt x="382" y="516"/>
                      <a:pt x="164" y="742"/>
                    </a:cubicBezTo>
                    <a:lnTo>
                      <a:pt x="137" y="742"/>
                    </a:lnTo>
                    <a:lnTo>
                      <a:pt x="405" y="403"/>
                    </a:lnTo>
                    <a:lnTo>
                      <a:pt x="381" y="373"/>
                    </a:lnTo>
                    <a:cubicBezTo>
                      <a:pt x="483" y="270"/>
                      <a:pt x="586" y="168"/>
                      <a:pt x="689" y="67"/>
                    </a:cubicBezTo>
                    <a:close/>
                    <a:moveTo>
                      <a:pt x="1012" y="67"/>
                    </a:moveTo>
                    <a:cubicBezTo>
                      <a:pt x="782" y="291"/>
                      <a:pt x="552" y="516"/>
                      <a:pt x="323" y="742"/>
                    </a:cubicBezTo>
                    <a:lnTo>
                      <a:pt x="213" y="742"/>
                    </a:lnTo>
                    <a:cubicBezTo>
                      <a:pt x="449" y="517"/>
                      <a:pt x="683" y="293"/>
                      <a:pt x="917" y="67"/>
                    </a:cubicBezTo>
                    <a:close/>
                    <a:moveTo>
                      <a:pt x="1156" y="67"/>
                    </a:moveTo>
                    <a:cubicBezTo>
                      <a:pt x="938" y="289"/>
                      <a:pt x="721" y="516"/>
                      <a:pt x="504" y="742"/>
                    </a:cubicBezTo>
                    <a:lnTo>
                      <a:pt x="356" y="742"/>
                    </a:lnTo>
                    <a:cubicBezTo>
                      <a:pt x="586" y="517"/>
                      <a:pt x="816" y="293"/>
                      <a:pt x="1046" y="67"/>
                    </a:cubicBezTo>
                    <a:close/>
                    <a:moveTo>
                      <a:pt x="1341" y="67"/>
                    </a:moveTo>
                    <a:cubicBezTo>
                      <a:pt x="1118" y="289"/>
                      <a:pt x="898" y="514"/>
                      <a:pt x="681" y="742"/>
                    </a:cubicBezTo>
                    <a:lnTo>
                      <a:pt x="557" y="742"/>
                    </a:lnTo>
                    <a:cubicBezTo>
                      <a:pt x="770" y="517"/>
                      <a:pt x="985" y="291"/>
                      <a:pt x="1200" y="67"/>
                    </a:cubicBezTo>
                    <a:close/>
                    <a:moveTo>
                      <a:pt x="1651" y="67"/>
                    </a:moveTo>
                    <a:cubicBezTo>
                      <a:pt x="1417" y="293"/>
                      <a:pt x="1177" y="516"/>
                      <a:pt x="941" y="742"/>
                    </a:cubicBezTo>
                    <a:lnTo>
                      <a:pt x="730" y="742"/>
                    </a:lnTo>
                    <a:cubicBezTo>
                      <a:pt x="949" y="516"/>
                      <a:pt x="1168" y="289"/>
                      <a:pt x="1390" y="67"/>
                    </a:cubicBezTo>
                    <a:close/>
                    <a:moveTo>
                      <a:pt x="1892" y="67"/>
                    </a:moveTo>
                    <a:cubicBezTo>
                      <a:pt x="1654" y="291"/>
                      <a:pt x="1417" y="516"/>
                      <a:pt x="1179" y="742"/>
                    </a:cubicBezTo>
                    <a:lnTo>
                      <a:pt x="989" y="742"/>
                    </a:lnTo>
                    <a:cubicBezTo>
                      <a:pt x="1221" y="517"/>
                      <a:pt x="1453" y="293"/>
                      <a:pt x="1683" y="67"/>
                    </a:cubicBezTo>
                    <a:close/>
                    <a:moveTo>
                      <a:pt x="2128" y="67"/>
                    </a:moveTo>
                    <a:cubicBezTo>
                      <a:pt x="1888" y="289"/>
                      <a:pt x="1647" y="510"/>
                      <a:pt x="1415" y="742"/>
                    </a:cubicBezTo>
                    <a:lnTo>
                      <a:pt x="1219" y="742"/>
                    </a:lnTo>
                    <a:cubicBezTo>
                      <a:pt x="1449" y="516"/>
                      <a:pt x="1681" y="291"/>
                      <a:pt x="1915" y="67"/>
                    </a:cubicBezTo>
                    <a:close/>
                    <a:moveTo>
                      <a:pt x="2280" y="67"/>
                    </a:moveTo>
                    <a:cubicBezTo>
                      <a:pt x="2058" y="289"/>
                      <a:pt x="1837" y="516"/>
                      <a:pt x="1615" y="742"/>
                    </a:cubicBezTo>
                    <a:lnTo>
                      <a:pt x="1464" y="742"/>
                    </a:lnTo>
                    <a:cubicBezTo>
                      <a:pt x="1696" y="516"/>
                      <a:pt x="1932" y="291"/>
                      <a:pt x="2168" y="67"/>
                    </a:cubicBezTo>
                    <a:close/>
                    <a:moveTo>
                      <a:pt x="2483" y="67"/>
                    </a:moveTo>
                    <a:cubicBezTo>
                      <a:pt x="2259" y="291"/>
                      <a:pt x="2035" y="516"/>
                      <a:pt x="1812" y="742"/>
                    </a:cubicBezTo>
                    <a:lnTo>
                      <a:pt x="1628" y="742"/>
                    </a:lnTo>
                    <a:cubicBezTo>
                      <a:pt x="1856" y="516"/>
                      <a:pt x="2084" y="293"/>
                      <a:pt x="2312" y="67"/>
                    </a:cubicBezTo>
                    <a:close/>
                    <a:moveTo>
                      <a:pt x="2617" y="67"/>
                    </a:moveTo>
                    <a:cubicBezTo>
                      <a:pt x="2392" y="285"/>
                      <a:pt x="2174" y="512"/>
                      <a:pt x="1961" y="742"/>
                    </a:cubicBezTo>
                    <a:lnTo>
                      <a:pt x="1848" y="742"/>
                    </a:lnTo>
                    <a:cubicBezTo>
                      <a:pt x="2071" y="516"/>
                      <a:pt x="2293" y="291"/>
                      <a:pt x="2518" y="67"/>
                    </a:cubicBezTo>
                    <a:close/>
                    <a:moveTo>
                      <a:pt x="2879" y="67"/>
                    </a:moveTo>
                    <a:cubicBezTo>
                      <a:pt x="2828" y="116"/>
                      <a:pt x="2774" y="168"/>
                      <a:pt x="2725" y="217"/>
                    </a:cubicBezTo>
                    <a:cubicBezTo>
                      <a:pt x="2546" y="392"/>
                      <a:pt x="2369" y="567"/>
                      <a:pt x="2191" y="742"/>
                    </a:cubicBezTo>
                    <a:lnTo>
                      <a:pt x="1991" y="742"/>
                    </a:lnTo>
                    <a:cubicBezTo>
                      <a:pt x="2172" y="552"/>
                      <a:pt x="2352" y="362"/>
                      <a:pt x="2540" y="177"/>
                    </a:cubicBezTo>
                    <a:lnTo>
                      <a:pt x="2539" y="177"/>
                    </a:lnTo>
                    <a:cubicBezTo>
                      <a:pt x="2577" y="139"/>
                      <a:pt x="2615" y="103"/>
                      <a:pt x="2653" y="67"/>
                    </a:cubicBezTo>
                    <a:close/>
                    <a:moveTo>
                      <a:pt x="3109" y="67"/>
                    </a:moveTo>
                    <a:cubicBezTo>
                      <a:pt x="3048" y="128"/>
                      <a:pt x="2987" y="188"/>
                      <a:pt x="2926" y="251"/>
                    </a:cubicBezTo>
                    <a:cubicBezTo>
                      <a:pt x="2771" y="417"/>
                      <a:pt x="2611" y="578"/>
                      <a:pt x="2451" y="742"/>
                    </a:cubicBezTo>
                    <a:lnTo>
                      <a:pt x="2212" y="742"/>
                    </a:lnTo>
                    <a:cubicBezTo>
                      <a:pt x="2364" y="597"/>
                      <a:pt x="2516" y="453"/>
                      <a:pt x="2662" y="304"/>
                    </a:cubicBezTo>
                    <a:cubicBezTo>
                      <a:pt x="2740" y="225"/>
                      <a:pt x="2820" y="145"/>
                      <a:pt x="2900" y="67"/>
                    </a:cubicBezTo>
                    <a:close/>
                    <a:moveTo>
                      <a:pt x="3605" y="67"/>
                    </a:moveTo>
                    <a:cubicBezTo>
                      <a:pt x="3421" y="257"/>
                      <a:pt x="3234" y="445"/>
                      <a:pt x="3041" y="628"/>
                    </a:cubicBezTo>
                    <a:lnTo>
                      <a:pt x="2921" y="742"/>
                    </a:lnTo>
                    <a:lnTo>
                      <a:pt x="2759" y="742"/>
                    </a:lnTo>
                    <a:cubicBezTo>
                      <a:pt x="2991" y="517"/>
                      <a:pt x="3223" y="293"/>
                      <a:pt x="3453" y="67"/>
                    </a:cubicBezTo>
                    <a:close/>
                    <a:moveTo>
                      <a:pt x="3740" y="67"/>
                    </a:moveTo>
                    <a:cubicBezTo>
                      <a:pt x="3562" y="244"/>
                      <a:pt x="3383" y="420"/>
                      <a:pt x="3202" y="595"/>
                    </a:cubicBezTo>
                    <a:lnTo>
                      <a:pt x="3054" y="742"/>
                    </a:lnTo>
                    <a:lnTo>
                      <a:pt x="2949" y="742"/>
                    </a:lnTo>
                    <a:lnTo>
                      <a:pt x="2980" y="713"/>
                    </a:lnTo>
                    <a:cubicBezTo>
                      <a:pt x="3204" y="502"/>
                      <a:pt x="3425" y="285"/>
                      <a:pt x="3643" y="67"/>
                    </a:cubicBezTo>
                    <a:close/>
                    <a:moveTo>
                      <a:pt x="4565" y="67"/>
                    </a:moveTo>
                    <a:cubicBezTo>
                      <a:pt x="4328" y="291"/>
                      <a:pt x="4090" y="516"/>
                      <a:pt x="3854" y="742"/>
                    </a:cubicBezTo>
                    <a:lnTo>
                      <a:pt x="3651" y="742"/>
                    </a:lnTo>
                    <a:cubicBezTo>
                      <a:pt x="3881" y="517"/>
                      <a:pt x="4111" y="293"/>
                      <a:pt x="4343" y="67"/>
                    </a:cubicBezTo>
                    <a:close/>
                    <a:moveTo>
                      <a:pt x="4761" y="67"/>
                    </a:moveTo>
                    <a:cubicBezTo>
                      <a:pt x="4531" y="293"/>
                      <a:pt x="4301" y="519"/>
                      <a:pt x="4067" y="742"/>
                    </a:cubicBezTo>
                    <a:lnTo>
                      <a:pt x="3881" y="742"/>
                    </a:lnTo>
                    <a:cubicBezTo>
                      <a:pt x="4119" y="517"/>
                      <a:pt x="4358" y="293"/>
                      <a:pt x="4596" y="67"/>
                    </a:cubicBezTo>
                    <a:close/>
                    <a:moveTo>
                      <a:pt x="5050" y="67"/>
                    </a:moveTo>
                    <a:cubicBezTo>
                      <a:pt x="4824" y="291"/>
                      <a:pt x="4598" y="517"/>
                      <a:pt x="4373" y="742"/>
                    </a:cubicBezTo>
                    <a:lnTo>
                      <a:pt x="4098" y="742"/>
                    </a:lnTo>
                    <a:cubicBezTo>
                      <a:pt x="4332" y="519"/>
                      <a:pt x="4564" y="293"/>
                      <a:pt x="4794" y="67"/>
                    </a:cubicBezTo>
                    <a:close/>
                    <a:moveTo>
                      <a:pt x="5233" y="67"/>
                    </a:moveTo>
                    <a:cubicBezTo>
                      <a:pt x="5225" y="74"/>
                      <a:pt x="5218" y="82"/>
                      <a:pt x="5210" y="92"/>
                    </a:cubicBezTo>
                    <a:cubicBezTo>
                      <a:pt x="4993" y="310"/>
                      <a:pt x="4776" y="527"/>
                      <a:pt x="4558" y="742"/>
                    </a:cubicBezTo>
                    <a:lnTo>
                      <a:pt x="4404" y="742"/>
                    </a:lnTo>
                    <a:cubicBezTo>
                      <a:pt x="4632" y="517"/>
                      <a:pt x="4860" y="293"/>
                      <a:pt x="5090" y="67"/>
                    </a:cubicBezTo>
                    <a:close/>
                    <a:moveTo>
                      <a:pt x="5427" y="67"/>
                    </a:moveTo>
                    <a:cubicBezTo>
                      <a:pt x="5332" y="169"/>
                      <a:pt x="5235" y="272"/>
                      <a:pt x="5136" y="373"/>
                    </a:cubicBezTo>
                    <a:lnTo>
                      <a:pt x="4769" y="742"/>
                    </a:lnTo>
                    <a:lnTo>
                      <a:pt x="4594" y="742"/>
                    </a:lnTo>
                    <a:cubicBezTo>
                      <a:pt x="4807" y="533"/>
                      <a:pt x="5018" y="322"/>
                      <a:pt x="5229" y="111"/>
                    </a:cubicBezTo>
                    <a:lnTo>
                      <a:pt x="5229" y="109"/>
                    </a:lnTo>
                    <a:cubicBezTo>
                      <a:pt x="5242" y="95"/>
                      <a:pt x="5256" y="80"/>
                      <a:pt x="5269" y="67"/>
                    </a:cubicBezTo>
                    <a:close/>
                    <a:moveTo>
                      <a:pt x="5569" y="67"/>
                    </a:moveTo>
                    <a:cubicBezTo>
                      <a:pt x="5339" y="293"/>
                      <a:pt x="5107" y="517"/>
                      <a:pt x="4873" y="742"/>
                    </a:cubicBezTo>
                    <a:lnTo>
                      <a:pt x="4784" y="742"/>
                    </a:lnTo>
                    <a:cubicBezTo>
                      <a:pt x="5003" y="517"/>
                      <a:pt x="5223" y="291"/>
                      <a:pt x="5442" y="67"/>
                    </a:cubicBezTo>
                    <a:close/>
                    <a:moveTo>
                      <a:pt x="5849" y="67"/>
                    </a:moveTo>
                    <a:cubicBezTo>
                      <a:pt x="5621" y="293"/>
                      <a:pt x="5394" y="517"/>
                      <a:pt x="5166" y="742"/>
                    </a:cubicBezTo>
                    <a:lnTo>
                      <a:pt x="4953" y="742"/>
                    </a:lnTo>
                    <a:cubicBezTo>
                      <a:pt x="5178" y="517"/>
                      <a:pt x="5404" y="293"/>
                      <a:pt x="5628" y="67"/>
                    </a:cubicBezTo>
                    <a:close/>
                    <a:moveTo>
                      <a:pt x="6024" y="67"/>
                    </a:moveTo>
                    <a:cubicBezTo>
                      <a:pt x="5805" y="297"/>
                      <a:pt x="5583" y="521"/>
                      <a:pt x="5355" y="742"/>
                    </a:cubicBezTo>
                    <a:lnTo>
                      <a:pt x="5199" y="742"/>
                    </a:lnTo>
                    <a:cubicBezTo>
                      <a:pt x="5429" y="519"/>
                      <a:pt x="5659" y="293"/>
                      <a:pt x="5885" y="67"/>
                    </a:cubicBezTo>
                    <a:close/>
                    <a:moveTo>
                      <a:pt x="6144" y="67"/>
                    </a:moveTo>
                    <a:cubicBezTo>
                      <a:pt x="5997" y="234"/>
                      <a:pt x="5851" y="400"/>
                      <a:pt x="5699" y="563"/>
                    </a:cubicBezTo>
                    <a:cubicBezTo>
                      <a:pt x="5644" y="622"/>
                      <a:pt x="5586" y="683"/>
                      <a:pt x="5529" y="742"/>
                    </a:cubicBezTo>
                    <a:lnTo>
                      <a:pt x="5413" y="742"/>
                    </a:lnTo>
                    <a:cubicBezTo>
                      <a:pt x="5640" y="523"/>
                      <a:pt x="5864" y="299"/>
                      <a:pt x="6077" y="67"/>
                    </a:cubicBezTo>
                    <a:close/>
                    <a:moveTo>
                      <a:pt x="6250" y="67"/>
                    </a:moveTo>
                    <a:lnTo>
                      <a:pt x="6275" y="99"/>
                    </a:lnTo>
                    <a:cubicBezTo>
                      <a:pt x="6117" y="278"/>
                      <a:pt x="5965" y="460"/>
                      <a:pt x="5803" y="632"/>
                    </a:cubicBezTo>
                    <a:cubicBezTo>
                      <a:pt x="5767" y="668"/>
                      <a:pt x="5731" y="706"/>
                      <a:pt x="5695" y="742"/>
                    </a:cubicBezTo>
                    <a:lnTo>
                      <a:pt x="5550" y="742"/>
                    </a:lnTo>
                    <a:cubicBezTo>
                      <a:pt x="5763" y="519"/>
                      <a:pt x="5972" y="293"/>
                      <a:pt x="6180" y="67"/>
                    </a:cubicBezTo>
                    <a:close/>
                    <a:moveTo>
                      <a:pt x="6292" y="122"/>
                    </a:moveTo>
                    <a:lnTo>
                      <a:pt x="6351" y="198"/>
                    </a:lnTo>
                    <a:cubicBezTo>
                      <a:pt x="6176" y="379"/>
                      <a:pt x="6003" y="559"/>
                      <a:pt x="5830" y="742"/>
                    </a:cubicBezTo>
                    <a:lnTo>
                      <a:pt x="5725" y="742"/>
                    </a:lnTo>
                    <a:cubicBezTo>
                      <a:pt x="5758" y="711"/>
                      <a:pt x="5790" y="679"/>
                      <a:pt x="5820" y="647"/>
                    </a:cubicBezTo>
                    <a:cubicBezTo>
                      <a:pt x="5986" y="479"/>
                      <a:pt x="6138" y="299"/>
                      <a:pt x="6292" y="122"/>
                    </a:cubicBezTo>
                    <a:close/>
                    <a:moveTo>
                      <a:pt x="6370" y="221"/>
                    </a:moveTo>
                    <a:lnTo>
                      <a:pt x="6457" y="333"/>
                    </a:lnTo>
                    <a:cubicBezTo>
                      <a:pt x="6339" y="472"/>
                      <a:pt x="6218" y="607"/>
                      <a:pt x="6094" y="742"/>
                    </a:cubicBezTo>
                    <a:lnTo>
                      <a:pt x="5874" y="742"/>
                    </a:lnTo>
                    <a:cubicBezTo>
                      <a:pt x="6039" y="567"/>
                      <a:pt x="6204" y="394"/>
                      <a:pt x="6370" y="221"/>
                    </a:cubicBezTo>
                    <a:close/>
                    <a:moveTo>
                      <a:pt x="6473" y="352"/>
                    </a:moveTo>
                    <a:lnTo>
                      <a:pt x="6507" y="398"/>
                    </a:lnTo>
                    <a:lnTo>
                      <a:pt x="6246" y="742"/>
                    </a:lnTo>
                    <a:lnTo>
                      <a:pt x="6130" y="742"/>
                    </a:lnTo>
                    <a:cubicBezTo>
                      <a:pt x="6246" y="612"/>
                      <a:pt x="6360" y="483"/>
                      <a:pt x="6473" y="352"/>
                    </a:cubicBezTo>
                    <a:close/>
                    <a:moveTo>
                      <a:pt x="0" y="0"/>
                    </a:moveTo>
                    <a:lnTo>
                      <a:pt x="322" y="405"/>
                    </a:lnTo>
                    <a:lnTo>
                      <a:pt x="0" y="808"/>
                    </a:lnTo>
                    <a:lnTo>
                      <a:pt x="6282" y="808"/>
                    </a:lnTo>
                    <a:lnTo>
                      <a:pt x="6590" y="396"/>
                    </a:lnTo>
                    <a:lnTo>
                      <a:pt x="6282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186" name="Google Shape;186;p30"/>
            <p:cNvSpPr/>
            <p:nvPr/>
          </p:nvSpPr>
          <p:spPr>
            <a:xfrm>
              <a:off x="7421305" y="2921927"/>
              <a:ext cx="13611" cy="255254"/>
            </a:xfrm>
            <a:custGeom>
              <a:rect b="b" l="l" r="r" t="t"/>
              <a:pathLst>
                <a:path extrusionOk="0" h="1294" w="69">
                  <a:moveTo>
                    <a:pt x="0" y="0"/>
                  </a:moveTo>
                  <a:lnTo>
                    <a:pt x="0" y="1293"/>
                  </a:lnTo>
                  <a:lnTo>
                    <a:pt x="69" y="1293"/>
                  </a:lnTo>
                  <a:lnTo>
                    <a:pt x="69" y="0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187" name="Google Shape;18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5600" y="2285400"/>
            <a:ext cx="1387698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30"/>
          <p:cNvSpPr txBox="1"/>
          <p:nvPr/>
        </p:nvSpPr>
        <p:spPr>
          <a:xfrm>
            <a:off x="444050" y="2970700"/>
            <a:ext cx="10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February 4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89" name="Google Shape;189;p30"/>
          <p:cNvSpPr txBox="1"/>
          <p:nvPr/>
        </p:nvSpPr>
        <p:spPr>
          <a:xfrm>
            <a:off x="1883400" y="1496300"/>
            <a:ext cx="10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February 11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0" name="Google Shape;190;p30"/>
          <p:cNvSpPr txBox="1"/>
          <p:nvPr/>
        </p:nvSpPr>
        <p:spPr>
          <a:xfrm>
            <a:off x="3277750" y="2970700"/>
            <a:ext cx="1185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February 25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1" name="Google Shape;191;p30"/>
          <p:cNvSpPr txBox="1"/>
          <p:nvPr/>
        </p:nvSpPr>
        <p:spPr>
          <a:xfrm>
            <a:off x="4892463" y="1496300"/>
            <a:ext cx="10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April 1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2" name="Google Shape;192;p30"/>
          <p:cNvSpPr txBox="1"/>
          <p:nvPr/>
        </p:nvSpPr>
        <p:spPr>
          <a:xfrm>
            <a:off x="6243800" y="3007700"/>
            <a:ext cx="10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April</a:t>
            </a: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 8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3" name="Google Shape;193;p30"/>
          <p:cNvSpPr txBox="1"/>
          <p:nvPr/>
        </p:nvSpPr>
        <p:spPr>
          <a:xfrm>
            <a:off x="7766700" y="1530775"/>
            <a:ext cx="10656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May 5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4" name="Google Shape;194;p30"/>
          <p:cNvSpPr txBox="1"/>
          <p:nvPr/>
        </p:nvSpPr>
        <p:spPr>
          <a:xfrm>
            <a:off x="235500" y="3256325"/>
            <a:ext cx="1453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Submit Proposal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5" name="Google Shape;195;p30"/>
          <p:cNvSpPr txBox="1"/>
          <p:nvPr/>
        </p:nvSpPr>
        <p:spPr>
          <a:xfrm>
            <a:off x="2917150" y="3256325"/>
            <a:ext cx="175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Setup environment and experiment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6" name="Google Shape;196;p30"/>
          <p:cNvSpPr txBox="1"/>
          <p:nvPr/>
        </p:nvSpPr>
        <p:spPr>
          <a:xfrm>
            <a:off x="1689300" y="1762613"/>
            <a:ext cx="145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Research and explore topics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7" name="Google Shape;197;p30"/>
          <p:cNvSpPr txBox="1"/>
          <p:nvPr/>
        </p:nvSpPr>
        <p:spPr>
          <a:xfrm>
            <a:off x="4345000" y="1762613"/>
            <a:ext cx="1838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Midterm Report and Presentation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8" name="Google Shape;198;p30"/>
          <p:cNvSpPr txBox="1"/>
          <p:nvPr/>
        </p:nvSpPr>
        <p:spPr>
          <a:xfrm>
            <a:off x="5782425" y="3270050"/>
            <a:ext cx="175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Continue research and experiments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sp>
        <p:nvSpPr>
          <p:cNvPr id="199" name="Google Shape;199;p30"/>
          <p:cNvSpPr txBox="1"/>
          <p:nvPr/>
        </p:nvSpPr>
        <p:spPr>
          <a:xfrm>
            <a:off x="7385600" y="1762625"/>
            <a:ext cx="14538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verage"/>
                <a:ea typeface="Average"/>
                <a:cs typeface="Average"/>
                <a:sym typeface="Average"/>
              </a:rPr>
              <a:t>Final Report and Presentation</a:t>
            </a:r>
            <a:endParaRPr>
              <a:solidFill>
                <a:schemeClr val="dk1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  <p:pic>
        <p:nvPicPr>
          <p:cNvPr id="200" name="Google Shape;200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3887" y="3515601"/>
            <a:ext cx="1065600" cy="10656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pic>
        <p:nvPicPr>
          <p:cNvPr id="201" name="Google Shape;201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51713" y="1200050"/>
            <a:ext cx="837076" cy="837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