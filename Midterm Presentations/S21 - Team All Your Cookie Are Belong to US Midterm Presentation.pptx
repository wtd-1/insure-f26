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avenPro-bold.fntdata"/><Relationship Id="rId21" Type="http://schemas.openxmlformats.org/officeDocument/2006/relationships/font" Target="fonts/MavenPro-regular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9320c58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9320c58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9320c58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9320c58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Example: Majority of bluetooth communication is done in plaintext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9320c586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9320c586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a6e94ce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a6e94ce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Ubertooth one needs a bluetooth </a:t>
            </a:r>
            <a:r>
              <a:rPr lang="en"/>
              <a:t>receiver</a:t>
            </a:r>
            <a:r>
              <a:rPr lang="en"/>
              <a:t> to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Ubertooth can capture on a 2.4 GHz antenna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cost of all components around $150, a small cost for malicious users!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a6e94ce2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a6e94ce2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an example of bluetooth traffic we were able to capture. On the left we have data packets and on the right we have advertising packets.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a6e94ce2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a6e94ce2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our approaches is to identify packets that can help us establish a pattern-of-life for a particular bluetooth device. Put another way, extract features from certain packets that will allow us to </a:t>
            </a:r>
            <a:r>
              <a:rPr lang="en"/>
              <a:t>uniquely</a:t>
            </a:r>
            <a:r>
              <a:rPr lang="en"/>
              <a:t> identify a device.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of the packets we saw were advertising packets. There were 4 types of advertising packets we observed: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Indications Packets: These are packets where a peripheral device requests a connection to any central device in the area (an example of a peripheral device would be a smart watch or speakers. An example of a central device is your smartphone)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Direct Indications Packets: There are packets where a peripheral devices requests a connection to a specific central device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Nonconn indications: There are </a:t>
            </a:r>
            <a:r>
              <a:rPr lang="en"/>
              <a:t>advertising</a:t>
            </a:r>
            <a:r>
              <a:rPr lang="en"/>
              <a:t> packets that non-connectable devices broadcast to any listening devices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Scan Indications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a6e94ce2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a6e94ce2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identifiers such as type of advertising packet and channel shown outlined in red along with the bytes captured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9320c586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9320c58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9320c586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9320c586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Malicious agents launching an attack will send lots of traffic at once causing a spike compared to local traffic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3. Helps identify device type and what it’s doing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4. Knowing what the device does, we can identify more characteristics (device is earbuds -- majority of traffic should be continuous streams of music. Does it look like that? Device is a fitbit -- should not be transmitting large quantities of data for continuous periods. Does it look like that? etc)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5. Having identified these features, we can store the events in a database on a day-by-day basis and take the average over a period of time. If a device usually transmits X packets per day but transmits 3X, it should be flagged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9320c586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9320c58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/>
              <a:t>Pattern-of-life Analysis and Deviations for Bluetooth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Bluetooth Low Energy Devices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824000" y="40704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Alexander Armstrong, Seth Bedford, Troy Frazier, Vishal Madipadga, James Wei, Evelyn Wong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87350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Outline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and Motivation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Approach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Ubertooth One Capture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Identifying Packets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Issues Encountered 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Solutions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Introduction and Motivation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has exploded in the last decade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Billions of devices now connected to the internet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to no security considerations are taken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 the opportunity for malicious actors to gain unauthorized access to a system through bluetooth devices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to monitor and detect abnormal bluetooth behavior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-2899" r="2900" t="0"/>
          <a:stretch/>
        </p:blipFill>
        <p:spPr>
          <a:xfrm>
            <a:off x="6899425" y="3327925"/>
            <a:ext cx="1206751" cy="149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75" y="2478775"/>
            <a:ext cx="3175900" cy="17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Goals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Capture and analyze bluetooth packets to </a:t>
            </a:r>
            <a:r>
              <a:rPr lang="en"/>
              <a:t>develop</a:t>
            </a:r>
            <a:r>
              <a:rPr lang="en"/>
              <a:t> a pattern of life of bluetooth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gathered data to model whether a device is behaving normally or abnormally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Determine if a bluetooth device is acting maliciously based on the developed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Machine learning models provide a promising strategy for creating a standard model of normal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 of a visual graph of network traffic we captured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25" y="1666250"/>
            <a:ext cx="32004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Approach - Capturing Packets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set up a Linux VM for capturing wireless communications and used an Ubertooth One to begin sniffing packets. A small bluetooth </a:t>
            </a:r>
            <a:r>
              <a:rPr lang="en"/>
              <a:t>receiver</a:t>
            </a:r>
            <a:r>
              <a:rPr lang="en"/>
              <a:t> like shown below is also needed.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team purchased 3 different bluetooth devices and began to record the data </a:t>
            </a:r>
            <a:r>
              <a:rPr lang="en"/>
              <a:t>transferred</a:t>
            </a:r>
            <a:r>
              <a:rPr lang="en"/>
              <a:t> when connected to the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Devices used are as follows: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Samsung galaxy smartwatch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Samsung wireless headphones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Fitbit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25" y="2143650"/>
            <a:ext cx="2290500" cy="22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3175" y="3849700"/>
            <a:ext cx="1028250" cy="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075" y="550925"/>
            <a:ext cx="3881751" cy="404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Example of Captured Traffic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138" y="1725801"/>
            <a:ext cx="3533674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Approach - Identifying Packets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bluetooth protocol, advertising packets are used to identify a device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ADV_IND - a peripheral device requesting connection to a central device (ie: speakers to a phone)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ADV_DIRECT_IND - similar to above but directed to a specific central device (ie: wireless headphones to my phone)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ADV_NONCONN_IND - non connectable devices simply broadcasting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ADV_SCAN_IND - similar to ADV_NONCONN_IND but with more information upon scan request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 packets contain a GATT (Generic Attribute Profile) for a device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These store information about certain services and characteristics provided by a device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502" y="270600"/>
            <a:ext cx="4467099" cy="465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Issues Encountered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 in capturing the correct identifying packets, specifically ATT packets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devices send </a:t>
            </a:r>
            <a:r>
              <a:rPr lang="en"/>
              <a:t>advertising</a:t>
            </a:r>
            <a:r>
              <a:rPr lang="en"/>
              <a:t> packets, some only send on first connection, others will never send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Reasonable to assume a malicious actor may not send advertising packets or only send altered packets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301" y="2483325"/>
            <a:ext cx="3404098" cy="21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Some Ideas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Since majority of bluetooth traffic is in plaintext, build a database of all traffic </a:t>
            </a:r>
            <a:r>
              <a:rPr lang="en"/>
              <a:t>received</a:t>
            </a:r>
            <a:r>
              <a:rPr lang="en"/>
              <a:t> and flag new traffic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Use Packet Density as a way of identifying malicious 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Identify Services (and their associated </a:t>
            </a:r>
            <a:r>
              <a:rPr lang="en"/>
              <a:t>characteristics</a:t>
            </a:r>
            <a:r>
              <a:rPr lang="en"/>
              <a:t>) in a device’s GATT that can uniquely </a:t>
            </a:r>
            <a:r>
              <a:rPr lang="en"/>
              <a:t>identify</a:t>
            </a:r>
            <a:r>
              <a:rPr lang="en"/>
              <a:t> the device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Device-specific characteristics can serve as additional features </a:t>
            </a:r>
            <a:r>
              <a:rPr lang="en"/>
              <a:t>beyond the generalized ones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Log characteristic stats over a period of time to establish pattern of life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Device’s current operation will be compared to this general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Questions?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556738"/>
            <a:ext cx="47625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